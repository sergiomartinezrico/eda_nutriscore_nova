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72" r:id="rId9"/>
    <p:sldId id="273" r:id="rId10"/>
    <p:sldId id="262" r:id="rId11"/>
    <p:sldId id="263" r:id="rId12"/>
    <p:sldId id="270" r:id="rId13"/>
    <p:sldId id="264" r:id="rId14"/>
    <p:sldId id="269" r:id="rId15"/>
    <p:sldId id="265" r:id="rId16"/>
    <p:sldId id="266" r:id="rId17"/>
    <p:sldId id="267" r:id="rId18"/>
    <p:sldId id="268" r:id="rId19"/>
  </p:sldIdLst>
  <p:sldSz cx="12192000" cy="6858000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81C4BE4B-BF0E-DDC6-7354-D1FE08E8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>
            <a:extLst>
              <a:ext uri="{FF2B5EF4-FFF2-40B4-BE49-F238E27FC236}">
                <a16:creationId xmlns:a16="http://schemas.microsoft.com/office/drawing/2014/main" id="{844A084A-B899-D213-1595-643F58EB2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BDCBDCE2-AEEA-5CF5-0D0A-73E049AD1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694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0D1C0CEA-3371-1A5B-BB18-646B7C3C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>
            <a:extLst>
              <a:ext uri="{FF2B5EF4-FFF2-40B4-BE49-F238E27FC236}">
                <a16:creationId xmlns:a16="http://schemas.microsoft.com/office/drawing/2014/main" id="{5B4F7964-7910-FD63-29A9-371FEA15F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>
            <a:extLst>
              <a:ext uri="{FF2B5EF4-FFF2-40B4-BE49-F238E27FC236}">
                <a16:creationId xmlns:a16="http://schemas.microsoft.com/office/drawing/2014/main" id="{E612B66E-CFF4-97A0-384D-63A3CA88E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203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3C980CD5-7953-87E7-9C50-4C320FEA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>
            <a:extLst>
              <a:ext uri="{FF2B5EF4-FFF2-40B4-BE49-F238E27FC236}">
                <a16:creationId xmlns:a16="http://schemas.microsoft.com/office/drawing/2014/main" id="{11E1266A-62FC-8EA5-4DEC-29346C38A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>
            <a:extLst>
              <a:ext uri="{FF2B5EF4-FFF2-40B4-BE49-F238E27FC236}">
                <a16:creationId xmlns:a16="http://schemas.microsoft.com/office/drawing/2014/main" id="{AD4AE544-0AFA-CD71-D2FF-49951096F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5054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EED4C1EA-D234-CE8E-FF68-EF399370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>
            <a:extLst>
              <a:ext uri="{FF2B5EF4-FFF2-40B4-BE49-F238E27FC236}">
                <a16:creationId xmlns:a16="http://schemas.microsoft.com/office/drawing/2014/main" id="{75EE9586-435C-EB5B-DE98-1EFE67F5C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>
            <a:extLst>
              <a:ext uri="{FF2B5EF4-FFF2-40B4-BE49-F238E27FC236}">
                <a16:creationId xmlns:a16="http://schemas.microsoft.com/office/drawing/2014/main" id="{2940073C-3897-0234-0046-15CB2264D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6692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4A679534-A15D-74D4-C34F-8A0EF5CC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>
            <a:extLst>
              <a:ext uri="{FF2B5EF4-FFF2-40B4-BE49-F238E27FC236}">
                <a16:creationId xmlns:a16="http://schemas.microsoft.com/office/drawing/2014/main" id="{C31F1CD9-FFDC-70B4-B268-1F3351513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>
            <a:extLst>
              <a:ext uri="{FF2B5EF4-FFF2-40B4-BE49-F238E27FC236}">
                <a16:creationId xmlns:a16="http://schemas.microsoft.com/office/drawing/2014/main" id="{1B760A22-80B1-8984-254F-9386B7103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86154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83" y="1596096"/>
            <a:ext cx="7460009" cy="379855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41533" y="1912991"/>
            <a:ext cx="6653838" cy="242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¿Mide </a:t>
            </a:r>
            <a:r>
              <a:rPr lang="en-US" sz="525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r>
              <a:rPr lang="en-US" sz="52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 </a:t>
            </a:r>
            <a:r>
              <a:rPr lang="en-US" sz="525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52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25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Realmente</a:t>
            </a:r>
            <a:r>
              <a:rPr lang="en-US" sz="52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25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</a:t>
            </a:r>
            <a:r>
              <a:rPr lang="en-US" sz="525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89183" y="4407924"/>
            <a:ext cx="605449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exploratorio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coherencia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procesamiento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NOVA.</a:t>
            </a:r>
            <a:endParaRPr dirty="0"/>
          </a:p>
        </p:txBody>
      </p:sp>
      <p:grpSp>
        <p:nvGrpSpPr>
          <p:cNvPr id="363" name="Grupo 362">
            <a:extLst>
              <a:ext uri="{FF2B5EF4-FFF2-40B4-BE49-F238E27FC236}">
                <a16:creationId xmlns:a16="http://schemas.microsoft.com/office/drawing/2014/main" id="{59B74657-55CF-9B6E-8562-401223EE146A}"/>
              </a:ext>
            </a:extLst>
          </p:cNvPr>
          <p:cNvGrpSpPr/>
          <p:nvPr/>
        </p:nvGrpSpPr>
        <p:grpSpPr>
          <a:xfrm>
            <a:off x="7577692" y="1506369"/>
            <a:ext cx="4676686" cy="3845262"/>
            <a:chOff x="3634444" y="317777"/>
            <a:chExt cx="5180442" cy="4259460"/>
          </a:xfrm>
        </p:grpSpPr>
        <p:sp>
          <p:nvSpPr>
            <p:cNvPr id="2" name="Google Shape;23054;p37">
              <a:extLst>
                <a:ext uri="{FF2B5EF4-FFF2-40B4-BE49-F238E27FC236}">
                  <a16:creationId xmlns:a16="http://schemas.microsoft.com/office/drawing/2014/main" id="{FEF58C2B-A80D-337C-A5EA-7A0B4BCB33DD}"/>
                </a:ext>
              </a:extLst>
            </p:cNvPr>
            <p:cNvSpPr/>
            <p:nvPr/>
          </p:nvSpPr>
          <p:spPr>
            <a:xfrm flipH="1">
              <a:off x="4519780" y="706260"/>
              <a:ext cx="3473400" cy="3473400"/>
            </a:xfrm>
            <a:prstGeom prst="pie">
              <a:avLst>
                <a:gd name="adj1" fmla="val 12092757"/>
                <a:gd name="adj2" fmla="val 1620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" name="Google Shape;23055;p37">
              <a:extLst>
                <a:ext uri="{FF2B5EF4-FFF2-40B4-BE49-F238E27FC236}">
                  <a16:creationId xmlns:a16="http://schemas.microsoft.com/office/drawing/2014/main" id="{D7CAFAB8-3C6D-20B4-AE43-48888F217BE7}"/>
                </a:ext>
              </a:extLst>
            </p:cNvPr>
            <p:cNvSpPr/>
            <p:nvPr/>
          </p:nvSpPr>
          <p:spPr>
            <a:xfrm flipH="1">
              <a:off x="4519780" y="706260"/>
              <a:ext cx="3473400" cy="3473400"/>
            </a:xfrm>
            <a:prstGeom prst="pie">
              <a:avLst>
                <a:gd name="adj1" fmla="val 7584024"/>
                <a:gd name="adj2" fmla="val 1208651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3056;p37">
              <a:extLst>
                <a:ext uri="{FF2B5EF4-FFF2-40B4-BE49-F238E27FC236}">
                  <a16:creationId xmlns:a16="http://schemas.microsoft.com/office/drawing/2014/main" id="{23AE2CE8-4D6C-A069-8E64-056985BC4E13}"/>
                </a:ext>
              </a:extLst>
            </p:cNvPr>
            <p:cNvSpPr/>
            <p:nvPr/>
          </p:nvSpPr>
          <p:spPr>
            <a:xfrm>
              <a:off x="4519821" y="706260"/>
              <a:ext cx="3473400" cy="3473400"/>
            </a:xfrm>
            <a:prstGeom prst="pie">
              <a:avLst>
                <a:gd name="adj1" fmla="val 12092757"/>
                <a:gd name="adj2" fmla="val 1620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3057;p37">
              <a:extLst>
                <a:ext uri="{FF2B5EF4-FFF2-40B4-BE49-F238E27FC236}">
                  <a16:creationId xmlns:a16="http://schemas.microsoft.com/office/drawing/2014/main" id="{0981BCC1-1F6D-3871-34E3-7CBE5AF96B5B}"/>
                </a:ext>
              </a:extLst>
            </p:cNvPr>
            <p:cNvSpPr/>
            <p:nvPr/>
          </p:nvSpPr>
          <p:spPr>
            <a:xfrm>
              <a:off x="4519821" y="706260"/>
              <a:ext cx="3473400" cy="3473400"/>
            </a:xfrm>
            <a:prstGeom prst="pie">
              <a:avLst>
                <a:gd name="adj1" fmla="val 3213075"/>
                <a:gd name="adj2" fmla="val 758357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3058;p37">
              <a:extLst>
                <a:ext uri="{FF2B5EF4-FFF2-40B4-BE49-F238E27FC236}">
                  <a16:creationId xmlns:a16="http://schemas.microsoft.com/office/drawing/2014/main" id="{567583EC-6ECF-ED97-A805-1561198C8298}"/>
                </a:ext>
              </a:extLst>
            </p:cNvPr>
            <p:cNvSpPr/>
            <p:nvPr/>
          </p:nvSpPr>
          <p:spPr>
            <a:xfrm>
              <a:off x="4519821" y="706260"/>
              <a:ext cx="3473400" cy="3473400"/>
            </a:xfrm>
            <a:prstGeom prst="pie">
              <a:avLst>
                <a:gd name="adj1" fmla="val 7584024"/>
                <a:gd name="adj2" fmla="val 1208651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3061;p37">
              <a:extLst>
                <a:ext uri="{FF2B5EF4-FFF2-40B4-BE49-F238E27FC236}">
                  <a16:creationId xmlns:a16="http://schemas.microsoft.com/office/drawing/2014/main" id="{567B063A-A961-8746-1559-015E193C1B8D}"/>
                </a:ext>
              </a:extLst>
            </p:cNvPr>
            <p:cNvSpPr txBox="1"/>
            <p:nvPr/>
          </p:nvSpPr>
          <p:spPr>
            <a:xfrm rot="-438032">
              <a:off x="3922575" y="426769"/>
              <a:ext cx="1591199" cy="3463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Grains &amp; cereals</a:t>
              </a:r>
              <a:endParaRPr sz="12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8" name="Google Shape;23062;p37">
              <a:extLst>
                <a:ext uri="{FF2B5EF4-FFF2-40B4-BE49-F238E27FC236}">
                  <a16:creationId xmlns:a16="http://schemas.microsoft.com/office/drawing/2014/main" id="{A444D56E-8771-728E-D746-8E6692946617}"/>
                </a:ext>
              </a:extLst>
            </p:cNvPr>
            <p:cNvSpPr txBox="1"/>
            <p:nvPr/>
          </p:nvSpPr>
          <p:spPr>
            <a:xfrm rot="1096203">
              <a:off x="3634444" y="3480154"/>
              <a:ext cx="1186618" cy="7444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Milk, cheese, yoghurt or alternative</a:t>
              </a:r>
              <a:endParaRPr sz="12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9" name="Google Shape;23063;p37">
              <a:extLst>
                <a:ext uri="{FF2B5EF4-FFF2-40B4-BE49-F238E27FC236}">
                  <a16:creationId xmlns:a16="http://schemas.microsoft.com/office/drawing/2014/main" id="{4C02FE44-615E-DA5E-3B9D-603E5206F38F}"/>
                </a:ext>
              </a:extLst>
            </p:cNvPr>
            <p:cNvSpPr txBox="1"/>
            <p:nvPr/>
          </p:nvSpPr>
          <p:spPr>
            <a:xfrm rot="-874118">
              <a:off x="7958988" y="3363375"/>
              <a:ext cx="775226" cy="3224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Fruit</a:t>
              </a:r>
              <a:endParaRPr sz="12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10" name="Google Shape;23064;p37">
              <a:extLst>
                <a:ext uri="{FF2B5EF4-FFF2-40B4-BE49-F238E27FC236}">
                  <a16:creationId xmlns:a16="http://schemas.microsoft.com/office/drawing/2014/main" id="{09936978-F4EF-7C92-03BE-D2F636B17E34}"/>
                </a:ext>
              </a:extLst>
            </p:cNvPr>
            <p:cNvSpPr txBox="1"/>
            <p:nvPr/>
          </p:nvSpPr>
          <p:spPr>
            <a:xfrm rot="876525">
              <a:off x="7205558" y="317777"/>
              <a:ext cx="1609328" cy="5117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Vegetables, legumes &amp; beans</a:t>
              </a:r>
              <a:endParaRPr sz="12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11" name="Google Shape;23065;p37">
              <a:extLst>
                <a:ext uri="{FF2B5EF4-FFF2-40B4-BE49-F238E27FC236}">
                  <a16:creationId xmlns:a16="http://schemas.microsoft.com/office/drawing/2014/main" id="{A8805B2D-10BE-8987-5779-8D1D9663AD21}"/>
                </a:ext>
              </a:extLst>
            </p:cNvPr>
            <p:cNvSpPr/>
            <p:nvPr/>
          </p:nvSpPr>
          <p:spPr>
            <a:xfrm rot="-2700000">
              <a:off x="4247499" y="3245174"/>
              <a:ext cx="399601" cy="96218"/>
            </a:xfrm>
            <a:custGeom>
              <a:avLst/>
              <a:gdLst/>
              <a:ahLst/>
              <a:cxnLst/>
              <a:rect l="l" t="t" r="r" b="b"/>
              <a:pathLst>
                <a:path w="21870" h="5266" extrusionOk="0">
                  <a:moveTo>
                    <a:pt x="10328" y="1"/>
                  </a:moveTo>
                  <a:lnTo>
                    <a:pt x="9437" y="41"/>
                  </a:lnTo>
                  <a:lnTo>
                    <a:pt x="8708" y="82"/>
                  </a:lnTo>
                  <a:lnTo>
                    <a:pt x="7979" y="203"/>
                  </a:lnTo>
                  <a:lnTo>
                    <a:pt x="7250" y="325"/>
                  </a:lnTo>
                  <a:lnTo>
                    <a:pt x="6521" y="527"/>
                  </a:lnTo>
                  <a:lnTo>
                    <a:pt x="5833" y="730"/>
                  </a:lnTo>
                  <a:lnTo>
                    <a:pt x="5144" y="1013"/>
                  </a:lnTo>
                  <a:lnTo>
                    <a:pt x="4456" y="1296"/>
                  </a:lnTo>
                  <a:lnTo>
                    <a:pt x="3808" y="1580"/>
                  </a:lnTo>
                  <a:lnTo>
                    <a:pt x="3808" y="1580"/>
                  </a:lnTo>
                  <a:lnTo>
                    <a:pt x="3848" y="1377"/>
                  </a:lnTo>
                  <a:lnTo>
                    <a:pt x="3889" y="1175"/>
                  </a:lnTo>
                  <a:lnTo>
                    <a:pt x="3889" y="973"/>
                  </a:lnTo>
                  <a:lnTo>
                    <a:pt x="3848" y="730"/>
                  </a:lnTo>
                  <a:lnTo>
                    <a:pt x="3767" y="568"/>
                  </a:lnTo>
                  <a:lnTo>
                    <a:pt x="3605" y="406"/>
                  </a:lnTo>
                  <a:lnTo>
                    <a:pt x="3443" y="325"/>
                  </a:lnTo>
                  <a:lnTo>
                    <a:pt x="3200" y="284"/>
                  </a:lnTo>
                  <a:lnTo>
                    <a:pt x="3038" y="325"/>
                  </a:lnTo>
                  <a:lnTo>
                    <a:pt x="2836" y="406"/>
                  </a:lnTo>
                  <a:lnTo>
                    <a:pt x="2512" y="608"/>
                  </a:lnTo>
                  <a:lnTo>
                    <a:pt x="2228" y="851"/>
                  </a:lnTo>
                  <a:lnTo>
                    <a:pt x="1945" y="1135"/>
                  </a:lnTo>
                  <a:lnTo>
                    <a:pt x="1459" y="1742"/>
                  </a:lnTo>
                  <a:lnTo>
                    <a:pt x="932" y="2309"/>
                  </a:lnTo>
                  <a:lnTo>
                    <a:pt x="649" y="2592"/>
                  </a:lnTo>
                  <a:lnTo>
                    <a:pt x="446" y="2916"/>
                  </a:lnTo>
                  <a:lnTo>
                    <a:pt x="203" y="3240"/>
                  </a:lnTo>
                  <a:lnTo>
                    <a:pt x="41" y="3564"/>
                  </a:lnTo>
                  <a:lnTo>
                    <a:pt x="1" y="3726"/>
                  </a:lnTo>
                  <a:lnTo>
                    <a:pt x="1" y="3848"/>
                  </a:lnTo>
                  <a:lnTo>
                    <a:pt x="1" y="4010"/>
                  </a:lnTo>
                  <a:lnTo>
                    <a:pt x="41" y="4131"/>
                  </a:lnTo>
                  <a:lnTo>
                    <a:pt x="122" y="4293"/>
                  </a:lnTo>
                  <a:lnTo>
                    <a:pt x="203" y="4374"/>
                  </a:lnTo>
                  <a:lnTo>
                    <a:pt x="325" y="4496"/>
                  </a:lnTo>
                  <a:lnTo>
                    <a:pt x="487" y="4536"/>
                  </a:lnTo>
                  <a:lnTo>
                    <a:pt x="811" y="4658"/>
                  </a:lnTo>
                  <a:lnTo>
                    <a:pt x="1135" y="4779"/>
                  </a:lnTo>
                  <a:lnTo>
                    <a:pt x="1823" y="4941"/>
                  </a:lnTo>
                  <a:lnTo>
                    <a:pt x="3200" y="5184"/>
                  </a:lnTo>
                  <a:lnTo>
                    <a:pt x="3727" y="5265"/>
                  </a:lnTo>
                  <a:lnTo>
                    <a:pt x="4577" y="5265"/>
                  </a:lnTo>
                  <a:lnTo>
                    <a:pt x="4861" y="5225"/>
                  </a:lnTo>
                  <a:lnTo>
                    <a:pt x="5104" y="5184"/>
                  </a:lnTo>
                  <a:lnTo>
                    <a:pt x="5387" y="5063"/>
                  </a:lnTo>
                  <a:lnTo>
                    <a:pt x="5509" y="4982"/>
                  </a:lnTo>
                  <a:lnTo>
                    <a:pt x="5630" y="4860"/>
                  </a:lnTo>
                  <a:lnTo>
                    <a:pt x="5671" y="4698"/>
                  </a:lnTo>
                  <a:lnTo>
                    <a:pt x="5711" y="4536"/>
                  </a:lnTo>
                  <a:lnTo>
                    <a:pt x="5711" y="4374"/>
                  </a:lnTo>
                  <a:lnTo>
                    <a:pt x="5711" y="4212"/>
                  </a:lnTo>
                  <a:lnTo>
                    <a:pt x="5630" y="4091"/>
                  </a:lnTo>
                  <a:lnTo>
                    <a:pt x="5549" y="3969"/>
                  </a:lnTo>
                  <a:lnTo>
                    <a:pt x="5306" y="3726"/>
                  </a:lnTo>
                  <a:lnTo>
                    <a:pt x="5063" y="3564"/>
                  </a:lnTo>
                  <a:lnTo>
                    <a:pt x="4780" y="3402"/>
                  </a:lnTo>
                  <a:lnTo>
                    <a:pt x="4496" y="3281"/>
                  </a:lnTo>
                  <a:lnTo>
                    <a:pt x="3889" y="3078"/>
                  </a:lnTo>
                  <a:lnTo>
                    <a:pt x="3322" y="2916"/>
                  </a:lnTo>
                  <a:lnTo>
                    <a:pt x="5306" y="2025"/>
                  </a:lnTo>
                  <a:lnTo>
                    <a:pt x="5873" y="1782"/>
                  </a:lnTo>
                  <a:lnTo>
                    <a:pt x="6440" y="1580"/>
                  </a:lnTo>
                  <a:lnTo>
                    <a:pt x="7007" y="1418"/>
                  </a:lnTo>
                  <a:lnTo>
                    <a:pt x="7574" y="1256"/>
                  </a:lnTo>
                  <a:lnTo>
                    <a:pt x="8181" y="1135"/>
                  </a:lnTo>
                  <a:lnTo>
                    <a:pt x="8789" y="1054"/>
                  </a:lnTo>
                  <a:lnTo>
                    <a:pt x="9396" y="973"/>
                  </a:lnTo>
                  <a:lnTo>
                    <a:pt x="10004" y="932"/>
                  </a:lnTo>
                  <a:lnTo>
                    <a:pt x="10733" y="892"/>
                  </a:lnTo>
                  <a:lnTo>
                    <a:pt x="11462" y="892"/>
                  </a:lnTo>
                  <a:lnTo>
                    <a:pt x="12191" y="932"/>
                  </a:lnTo>
                  <a:lnTo>
                    <a:pt x="12920" y="973"/>
                  </a:lnTo>
                  <a:lnTo>
                    <a:pt x="13649" y="1054"/>
                  </a:lnTo>
                  <a:lnTo>
                    <a:pt x="14378" y="1135"/>
                  </a:lnTo>
                  <a:lnTo>
                    <a:pt x="15106" y="1256"/>
                  </a:lnTo>
                  <a:lnTo>
                    <a:pt x="15795" y="1418"/>
                  </a:lnTo>
                  <a:lnTo>
                    <a:pt x="16524" y="1580"/>
                  </a:lnTo>
                  <a:lnTo>
                    <a:pt x="17212" y="1782"/>
                  </a:lnTo>
                  <a:lnTo>
                    <a:pt x="17901" y="2025"/>
                  </a:lnTo>
                  <a:lnTo>
                    <a:pt x="18630" y="2268"/>
                  </a:lnTo>
                  <a:lnTo>
                    <a:pt x="19278" y="2511"/>
                  </a:lnTo>
                  <a:lnTo>
                    <a:pt x="19966" y="2835"/>
                  </a:lnTo>
                  <a:lnTo>
                    <a:pt x="20614" y="3159"/>
                  </a:lnTo>
                  <a:lnTo>
                    <a:pt x="21262" y="3483"/>
                  </a:lnTo>
                  <a:lnTo>
                    <a:pt x="21424" y="3564"/>
                  </a:lnTo>
                  <a:lnTo>
                    <a:pt x="21546" y="3564"/>
                  </a:lnTo>
                  <a:lnTo>
                    <a:pt x="21708" y="3605"/>
                  </a:lnTo>
                  <a:lnTo>
                    <a:pt x="21870" y="3564"/>
                  </a:lnTo>
                  <a:lnTo>
                    <a:pt x="21748" y="3362"/>
                  </a:lnTo>
                  <a:lnTo>
                    <a:pt x="21586" y="3159"/>
                  </a:lnTo>
                  <a:lnTo>
                    <a:pt x="21384" y="2957"/>
                  </a:lnTo>
                  <a:lnTo>
                    <a:pt x="21181" y="2835"/>
                  </a:lnTo>
                  <a:lnTo>
                    <a:pt x="20655" y="2471"/>
                  </a:lnTo>
                  <a:lnTo>
                    <a:pt x="20088" y="2187"/>
                  </a:lnTo>
                  <a:lnTo>
                    <a:pt x="19561" y="1904"/>
                  </a:lnTo>
                  <a:lnTo>
                    <a:pt x="18994" y="1661"/>
                  </a:lnTo>
                  <a:lnTo>
                    <a:pt x="17820" y="1216"/>
                  </a:lnTo>
                  <a:lnTo>
                    <a:pt x="16645" y="851"/>
                  </a:lnTo>
                  <a:lnTo>
                    <a:pt x="15754" y="608"/>
                  </a:lnTo>
                  <a:lnTo>
                    <a:pt x="14864" y="446"/>
                  </a:lnTo>
                  <a:lnTo>
                    <a:pt x="13973" y="284"/>
                  </a:lnTo>
                  <a:lnTo>
                    <a:pt x="13082" y="163"/>
                  </a:lnTo>
                  <a:lnTo>
                    <a:pt x="12150" y="82"/>
                  </a:lnTo>
                  <a:lnTo>
                    <a:pt x="11259" y="41"/>
                  </a:lnTo>
                  <a:lnTo>
                    <a:pt x="10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23066;p37">
              <a:extLst>
                <a:ext uri="{FF2B5EF4-FFF2-40B4-BE49-F238E27FC236}">
                  <a16:creationId xmlns:a16="http://schemas.microsoft.com/office/drawing/2014/main" id="{CA76BD00-A138-0DF1-82C9-969DBC7C42E5}"/>
                </a:ext>
              </a:extLst>
            </p:cNvPr>
            <p:cNvGrpSpPr/>
            <p:nvPr/>
          </p:nvGrpSpPr>
          <p:grpSpPr>
            <a:xfrm>
              <a:off x="4921659" y="2955934"/>
              <a:ext cx="350754" cy="217824"/>
              <a:chOff x="4740998" y="4196501"/>
              <a:chExt cx="392255" cy="243597"/>
            </a:xfrm>
          </p:grpSpPr>
          <p:sp>
            <p:nvSpPr>
              <p:cNvPr id="13" name="Google Shape;23067;p37">
                <a:extLst>
                  <a:ext uri="{FF2B5EF4-FFF2-40B4-BE49-F238E27FC236}">
                    <a16:creationId xmlns:a16="http://schemas.microsoft.com/office/drawing/2014/main" id="{D49B2A74-0379-1F0E-FA71-1FB9B6CAB28C}"/>
                  </a:ext>
                </a:extLst>
              </p:cNvPr>
              <p:cNvSpPr/>
              <p:nvPr/>
            </p:nvSpPr>
            <p:spPr>
              <a:xfrm>
                <a:off x="4740998" y="4196501"/>
                <a:ext cx="392250" cy="243593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487" extrusionOk="0">
                    <a:moveTo>
                      <a:pt x="2826" y="0"/>
                    </a:moveTo>
                    <a:lnTo>
                      <a:pt x="2716" y="37"/>
                    </a:lnTo>
                    <a:lnTo>
                      <a:pt x="2679" y="74"/>
                    </a:lnTo>
                    <a:lnTo>
                      <a:pt x="2642" y="37"/>
                    </a:lnTo>
                    <a:lnTo>
                      <a:pt x="2275" y="257"/>
                    </a:lnTo>
                    <a:lnTo>
                      <a:pt x="1725" y="587"/>
                    </a:lnTo>
                    <a:lnTo>
                      <a:pt x="844" y="1101"/>
                    </a:lnTo>
                    <a:lnTo>
                      <a:pt x="367" y="1431"/>
                    </a:lnTo>
                    <a:lnTo>
                      <a:pt x="331" y="1431"/>
                    </a:lnTo>
                    <a:lnTo>
                      <a:pt x="294" y="1505"/>
                    </a:lnTo>
                    <a:lnTo>
                      <a:pt x="257" y="1652"/>
                    </a:lnTo>
                    <a:lnTo>
                      <a:pt x="184" y="1652"/>
                    </a:lnTo>
                    <a:lnTo>
                      <a:pt x="74" y="2312"/>
                    </a:lnTo>
                    <a:lnTo>
                      <a:pt x="1" y="2972"/>
                    </a:lnTo>
                    <a:lnTo>
                      <a:pt x="111" y="3046"/>
                    </a:lnTo>
                    <a:lnTo>
                      <a:pt x="221" y="3046"/>
                    </a:lnTo>
                    <a:lnTo>
                      <a:pt x="954" y="3193"/>
                    </a:lnTo>
                    <a:lnTo>
                      <a:pt x="1762" y="3303"/>
                    </a:lnTo>
                    <a:lnTo>
                      <a:pt x="2569" y="3449"/>
                    </a:lnTo>
                    <a:lnTo>
                      <a:pt x="2826" y="3486"/>
                    </a:lnTo>
                    <a:lnTo>
                      <a:pt x="2936" y="3449"/>
                    </a:lnTo>
                    <a:lnTo>
                      <a:pt x="3083" y="3413"/>
                    </a:lnTo>
                    <a:lnTo>
                      <a:pt x="3193" y="3413"/>
                    </a:lnTo>
                    <a:lnTo>
                      <a:pt x="3229" y="3376"/>
                    </a:lnTo>
                    <a:lnTo>
                      <a:pt x="3339" y="3339"/>
                    </a:lnTo>
                    <a:lnTo>
                      <a:pt x="4073" y="2862"/>
                    </a:lnTo>
                    <a:lnTo>
                      <a:pt x="4770" y="2422"/>
                    </a:lnTo>
                    <a:lnTo>
                      <a:pt x="5247" y="2092"/>
                    </a:lnTo>
                    <a:lnTo>
                      <a:pt x="5321" y="2055"/>
                    </a:lnTo>
                    <a:lnTo>
                      <a:pt x="5394" y="2018"/>
                    </a:lnTo>
                    <a:lnTo>
                      <a:pt x="5431" y="1982"/>
                    </a:lnTo>
                    <a:lnTo>
                      <a:pt x="5431" y="1908"/>
                    </a:lnTo>
                    <a:lnTo>
                      <a:pt x="5541" y="1431"/>
                    </a:lnTo>
                    <a:lnTo>
                      <a:pt x="5578" y="918"/>
                    </a:lnTo>
                    <a:lnTo>
                      <a:pt x="5614" y="698"/>
                    </a:lnTo>
                    <a:lnTo>
                      <a:pt x="5614" y="404"/>
                    </a:lnTo>
                    <a:lnTo>
                      <a:pt x="5614" y="367"/>
                    </a:lnTo>
                    <a:lnTo>
                      <a:pt x="5578" y="331"/>
                    </a:lnTo>
                    <a:lnTo>
                      <a:pt x="5504" y="221"/>
                    </a:lnTo>
                    <a:lnTo>
                      <a:pt x="5394" y="184"/>
                    </a:lnTo>
                    <a:lnTo>
                      <a:pt x="5064" y="184"/>
                    </a:lnTo>
                    <a:lnTo>
                      <a:pt x="4880" y="147"/>
                    </a:lnTo>
                    <a:lnTo>
                      <a:pt x="4770" y="147"/>
                    </a:lnTo>
                    <a:lnTo>
                      <a:pt x="4440" y="111"/>
                    </a:lnTo>
                    <a:lnTo>
                      <a:pt x="3083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23068;p37">
                <a:extLst>
                  <a:ext uri="{FF2B5EF4-FFF2-40B4-BE49-F238E27FC236}">
                    <a16:creationId xmlns:a16="http://schemas.microsoft.com/office/drawing/2014/main" id="{A4CDA03F-16A2-8D0C-3002-59AF3756A615}"/>
                  </a:ext>
                </a:extLst>
              </p:cNvPr>
              <p:cNvGrpSpPr/>
              <p:nvPr/>
            </p:nvGrpSpPr>
            <p:grpSpPr>
              <a:xfrm>
                <a:off x="4740998" y="4196501"/>
                <a:ext cx="392255" cy="243597"/>
                <a:chOff x="4416006" y="3126900"/>
                <a:chExt cx="186895" cy="116065"/>
              </a:xfrm>
            </p:grpSpPr>
            <p:sp>
              <p:nvSpPr>
                <p:cNvPr id="15" name="Google Shape;23069;p37">
                  <a:extLst>
                    <a:ext uri="{FF2B5EF4-FFF2-40B4-BE49-F238E27FC236}">
                      <a16:creationId xmlns:a16="http://schemas.microsoft.com/office/drawing/2014/main" id="{BAC220E7-9E06-927F-2A2C-93C384007E9A}"/>
                    </a:ext>
                  </a:extLst>
                </p:cNvPr>
                <p:cNvSpPr/>
                <p:nvPr/>
              </p:nvSpPr>
              <p:spPr>
                <a:xfrm>
                  <a:off x="4416006" y="3126900"/>
                  <a:ext cx="185664" cy="116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3487" extrusionOk="0">
                      <a:moveTo>
                        <a:pt x="2826" y="1"/>
                      </a:moveTo>
                      <a:lnTo>
                        <a:pt x="294" y="1505"/>
                      </a:lnTo>
                      <a:lnTo>
                        <a:pt x="221" y="1652"/>
                      </a:lnTo>
                      <a:lnTo>
                        <a:pt x="1" y="2973"/>
                      </a:lnTo>
                      <a:lnTo>
                        <a:pt x="2862" y="3486"/>
                      </a:lnTo>
                      <a:lnTo>
                        <a:pt x="3083" y="3413"/>
                      </a:lnTo>
                      <a:lnTo>
                        <a:pt x="5394" y="2019"/>
                      </a:lnTo>
                      <a:lnTo>
                        <a:pt x="5578" y="331"/>
                      </a:lnTo>
                      <a:lnTo>
                        <a:pt x="5504" y="221"/>
                      </a:lnTo>
                      <a:lnTo>
                        <a:pt x="282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23070;p37">
                  <a:extLst>
                    <a:ext uri="{FF2B5EF4-FFF2-40B4-BE49-F238E27FC236}">
                      <a16:creationId xmlns:a16="http://schemas.microsoft.com/office/drawing/2014/main" id="{4314400B-2685-49C4-D4B7-6960230F0132}"/>
                    </a:ext>
                  </a:extLst>
                </p:cNvPr>
                <p:cNvSpPr/>
                <p:nvPr/>
              </p:nvSpPr>
              <p:spPr>
                <a:xfrm>
                  <a:off x="4425792" y="3126900"/>
                  <a:ext cx="173448" cy="62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1" h="1873" extrusionOk="0">
                      <a:moveTo>
                        <a:pt x="2568" y="1"/>
                      </a:moveTo>
                      <a:lnTo>
                        <a:pt x="2458" y="38"/>
                      </a:lnTo>
                      <a:lnTo>
                        <a:pt x="1431" y="588"/>
                      </a:lnTo>
                      <a:lnTo>
                        <a:pt x="550" y="1102"/>
                      </a:lnTo>
                      <a:lnTo>
                        <a:pt x="73" y="1432"/>
                      </a:lnTo>
                      <a:lnTo>
                        <a:pt x="37" y="1432"/>
                      </a:lnTo>
                      <a:lnTo>
                        <a:pt x="0" y="1505"/>
                      </a:lnTo>
                      <a:lnTo>
                        <a:pt x="147" y="1542"/>
                      </a:lnTo>
                      <a:lnTo>
                        <a:pt x="2348" y="1799"/>
                      </a:lnTo>
                      <a:lnTo>
                        <a:pt x="2752" y="1835"/>
                      </a:lnTo>
                      <a:lnTo>
                        <a:pt x="2825" y="1872"/>
                      </a:lnTo>
                      <a:lnTo>
                        <a:pt x="2899" y="1872"/>
                      </a:lnTo>
                      <a:lnTo>
                        <a:pt x="2972" y="1799"/>
                      </a:lnTo>
                      <a:lnTo>
                        <a:pt x="3045" y="1762"/>
                      </a:lnTo>
                      <a:lnTo>
                        <a:pt x="4256" y="881"/>
                      </a:lnTo>
                      <a:lnTo>
                        <a:pt x="5100" y="294"/>
                      </a:lnTo>
                      <a:lnTo>
                        <a:pt x="5137" y="258"/>
                      </a:lnTo>
                      <a:lnTo>
                        <a:pt x="5210" y="221"/>
                      </a:lnTo>
                      <a:lnTo>
                        <a:pt x="5100" y="184"/>
                      </a:lnTo>
                      <a:lnTo>
                        <a:pt x="4770" y="184"/>
                      </a:lnTo>
                      <a:lnTo>
                        <a:pt x="3119" y="38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23071;p37">
                  <a:extLst>
                    <a:ext uri="{FF2B5EF4-FFF2-40B4-BE49-F238E27FC236}">
                      <a16:creationId xmlns:a16="http://schemas.microsoft.com/office/drawing/2014/main" id="{A225F565-85E6-58A5-A3BC-27F9FB78D27A}"/>
                    </a:ext>
                  </a:extLst>
                </p:cNvPr>
                <p:cNvSpPr/>
                <p:nvPr/>
              </p:nvSpPr>
              <p:spPr>
                <a:xfrm>
                  <a:off x="4416006" y="3181853"/>
                  <a:ext cx="105047" cy="61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6" h="1836" extrusionOk="0">
                      <a:moveTo>
                        <a:pt x="184" y="1"/>
                      </a:moveTo>
                      <a:lnTo>
                        <a:pt x="74" y="661"/>
                      </a:lnTo>
                      <a:lnTo>
                        <a:pt x="1" y="1322"/>
                      </a:lnTo>
                      <a:lnTo>
                        <a:pt x="111" y="1395"/>
                      </a:lnTo>
                      <a:lnTo>
                        <a:pt x="221" y="1395"/>
                      </a:lnTo>
                      <a:lnTo>
                        <a:pt x="954" y="1542"/>
                      </a:lnTo>
                      <a:lnTo>
                        <a:pt x="1762" y="1652"/>
                      </a:lnTo>
                      <a:lnTo>
                        <a:pt x="2569" y="1799"/>
                      </a:lnTo>
                      <a:lnTo>
                        <a:pt x="2826" y="1835"/>
                      </a:lnTo>
                      <a:lnTo>
                        <a:pt x="2936" y="1835"/>
                      </a:lnTo>
                      <a:lnTo>
                        <a:pt x="2972" y="1725"/>
                      </a:lnTo>
                      <a:lnTo>
                        <a:pt x="3083" y="845"/>
                      </a:lnTo>
                      <a:lnTo>
                        <a:pt x="3156" y="441"/>
                      </a:lnTo>
                      <a:lnTo>
                        <a:pt x="3156" y="405"/>
                      </a:lnTo>
                      <a:lnTo>
                        <a:pt x="3156" y="331"/>
                      </a:lnTo>
                      <a:lnTo>
                        <a:pt x="3083" y="331"/>
                      </a:lnTo>
                      <a:lnTo>
                        <a:pt x="1798" y="184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23072;p37">
                  <a:extLst>
                    <a:ext uri="{FF2B5EF4-FFF2-40B4-BE49-F238E27FC236}">
                      <a16:creationId xmlns:a16="http://schemas.microsoft.com/office/drawing/2014/main" id="{F2EDD413-AD68-C91C-5F5E-3D0B4BA56846}"/>
                    </a:ext>
                  </a:extLst>
                </p:cNvPr>
                <p:cNvSpPr/>
                <p:nvPr/>
              </p:nvSpPr>
              <p:spPr>
                <a:xfrm>
                  <a:off x="4518590" y="3137917"/>
                  <a:ext cx="84311" cy="102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3" h="3083" extrusionOk="0">
                      <a:moveTo>
                        <a:pt x="2459" y="0"/>
                      </a:moveTo>
                      <a:lnTo>
                        <a:pt x="2422" y="37"/>
                      </a:lnTo>
                      <a:lnTo>
                        <a:pt x="1945" y="367"/>
                      </a:lnTo>
                      <a:lnTo>
                        <a:pt x="367" y="1468"/>
                      </a:lnTo>
                      <a:lnTo>
                        <a:pt x="221" y="1578"/>
                      </a:lnTo>
                      <a:lnTo>
                        <a:pt x="147" y="1614"/>
                      </a:lnTo>
                      <a:lnTo>
                        <a:pt x="147" y="1688"/>
                      </a:lnTo>
                      <a:lnTo>
                        <a:pt x="147" y="1871"/>
                      </a:lnTo>
                      <a:lnTo>
                        <a:pt x="37" y="2789"/>
                      </a:lnTo>
                      <a:lnTo>
                        <a:pt x="1" y="3045"/>
                      </a:lnTo>
                      <a:lnTo>
                        <a:pt x="1" y="3082"/>
                      </a:lnTo>
                      <a:lnTo>
                        <a:pt x="74" y="3082"/>
                      </a:lnTo>
                      <a:lnTo>
                        <a:pt x="147" y="3045"/>
                      </a:lnTo>
                      <a:lnTo>
                        <a:pt x="257" y="3009"/>
                      </a:lnTo>
                      <a:lnTo>
                        <a:pt x="991" y="2532"/>
                      </a:lnTo>
                      <a:lnTo>
                        <a:pt x="1688" y="2091"/>
                      </a:lnTo>
                      <a:lnTo>
                        <a:pt x="2165" y="1761"/>
                      </a:lnTo>
                      <a:lnTo>
                        <a:pt x="2239" y="1725"/>
                      </a:lnTo>
                      <a:lnTo>
                        <a:pt x="2312" y="1688"/>
                      </a:lnTo>
                      <a:lnTo>
                        <a:pt x="2349" y="1651"/>
                      </a:lnTo>
                      <a:lnTo>
                        <a:pt x="2349" y="1578"/>
                      </a:lnTo>
                      <a:lnTo>
                        <a:pt x="2459" y="1101"/>
                      </a:lnTo>
                      <a:lnTo>
                        <a:pt x="2496" y="587"/>
                      </a:lnTo>
                      <a:lnTo>
                        <a:pt x="2532" y="367"/>
                      </a:lnTo>
                      <a:lnTo>
                        <a:pt x="2532" y="73"/>
                      </a:lnTo>
                      <a:lnTo>
                        <a:pt x="2532" y="37"/>
                      </a:lnTo>
                      <a:lnTo>
                        <a:pt x="249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23073;p37">
                  <a:extLst>
                    <a:ext uri="{FF2B5EF4-FFF2-40B4-BE49-F238E27FC236}">
                      <a16:creationId xmlns:a16="http://schemas.microsoft.com/office/drawing/2014/main" id="{FBCAE8FA-37F6-3006-6286-D7C11F01F1FE}"/>
                    </a:ext>
                  </a:extLst>
                </p:cNvPr>
                <p:cNvSpPr/>
                <p:nvPr/>
              </p:nvSpPr>
              <p:spPr>
                <a:xfrm>
                  <a:off x="4451421" y="3129363"/>
                  <a:ext cx="125817" cy="56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0" h="1689" extrusionOk="0">
                      <a:moveTo>
                        <a:pt x="2606" y="110"/>
                      </a:moveTo>
                      <a:lnTo>
                        <a:pt x="2606" y="184"/>
                      </a:lnTo>
                      <a:lnTo>
                        <a:pt x="2606" y="220"/>
                      </a:lnTo>
                      <a:lnTo>
                        <a:pt x="2752" y="184"/>
                      </a:lnTo>
                      <a:lnTo>
                        <a:pt x="2899" y="184"/>
                      </a:lnTo>
                      <a:lnTo>
                        <a:pt x="2862" y="220"/>
                      </a:lnTo>
                      <a:lnTo>
                        <a:pt x="2789" y="257"/>
                      </a:lnTo>
                      <a:lnTo>
                        <a:pt x="2606" y="294"/>
                      </a:lnTo>
                      <a:lnTo>
                        <a:pt x="2679" y="330"/>
                      </a:lnTo>
                      <a:lnTo>
                        <a:pt x="2679" y="367"/>
                      </a:lnTo>
                      <a:lnTo>
                        <a:pt x="2679" y="404"/>
                      </a:lnTo>
                      <a:lnTo>
                        <a:pt x="2606" y="404"/>
                      </a:lnTo>
                      <a:lnTo>
                        <a:pt x="2349" y="294"/>
                      </a:lnTo>
                      <a:lnTo>
                        <a:pt x="2312" y="257"/>
                      </a:lnTo>
                      <a:lnTo>
                        <a:pt x="2349" y="184"/>
                      </a:lnTo>
                      <a:lnTo>
                        <a:pt x="2459" y="147"/>
                      </a:lnTo>
                      <a:lnTo>
                        <a:pt x="2532" y="110"/>
                      </a:lnTo>
                      <a:close/>
                      <a:moveTo>
                        <a:pt x="2239" y="294"/>
                      </a:moveTo>
                      <a:lnTo>
                        <a:pt x="2239" y="330"/>
                      </a:lnTo>
                      <a:lnTo>
                        <a:pt x="2202" y="367"/>
                      </a:lnTo>
                      <a:lnTo>
                        <a:pt x="2202" y="404"/>
                      </a:lnTo>
                      <a:lnTo>
                        <a:pt x="2275" y="441"/>
                      </a:lnTo>
                      <a:lnTo>
                        <a:pt x="2312" y="441"/>
                      </a:lnTo>
                      <a:lnTo>
                        <a:pt x="2385" y="367"/>
                      </a:lnTo>
                      <a:lnTo>
                        <a:pt x="2422" y="367"/>
                      </a:lnTo>
                      <a:lnTo>
                        <a:pt x="2422" y="404"/>
                      </a:lnTo>
                      <a:lnTo>
                        <a:pt x="2349" y="477"/>
                      </a:lnTo>
                      <a:lnTo>
                        <a:pt x="2385" y="514"/>
                      </a:lnTo>
                      <a:lnTo>
                        <a:pt x="2422" y="477"/>
                      </a:lnTo>
                      <a:lnTo>
                        <a:pt x="2496" y="441"/>
                      </a:lnTo>
                      <a:lnTo>
                        <a:pt x="2532" y="441"/>
                      </a:lnTo>
                      <a:lnTo>
                        <a:pt x="2496" y="514"/>
                      </a:lnTo>
                      <a:lnTo>
                        <a:pt x="2422" y="587"/>
                      </a:lnTo>
                      <a:lnTo>
                        <a:pt x="2239" y="514"/>
                      </a:lnTo>
                      <a:lnTo>
                        <a:pt x="2055" y="441"/>
                      </a:lnTo>
                      <a:lnTo>
                        <a:pt x="2129" y="367"/>
                      </a:lnTo>
                      <a:lnTo>
                        <a:pt x="2239" y="294"/>
                      </a:lnTo>
                      <a:close/>
                      <a:moveTo>
                        <a:pt x="2019" y="441"/>
                      </a:moveTo>
                      <a:lnTo>
                        <a:pt x="1982" y="514"/>
                      </a:lnTo>
                      <a:lnTo>
                        <a:pt x="1945" y="551"/>
                      </a:lnTo>
                      <a:lnTo>
                        <a:pt x="1982" y="587"/>
                      </a:lnTo>
                      <a:lnTo>
                        <a:pt x="2019" y="587"/>
                      </a:lnTo>
                      <a:lnTo>
                        <a:pt x="2129" y="624"/>
                      </a:lnTo>
                      <a:lnTo>
                        <a:pt x="2202" y="661"/>
                      </a:lnTo>
                      <a:lnTo>
                        <a:pt x="2165" y="697"/>
                      </a:lnTo>
                      <a:lnTo>
                        <a:pt x="2055" y="697"/>
                      </a:lnTo>
                      <a:lnTo>
                        <a:pt x="1798" y="624"/>
                      </a:lnTo>
                      <a:lnTo>
                        <a:pt x="1872" y="514"/>
                      </a:lnTo>
                      <a:lnTo>
                        <a:pt x="1982" y="441"/>
                      </a:lnTo>
                      <a:close/>
                      <a:moveTo>
                        <a:pt x="1725" y="661"/>
                      </a:moveTo>
                      <a:lnTo>
                        <a:pt x="1798" y="734"/>
                      </a:lnTo>
                      <a:lnTo>
                        <a:pt x="1982" y="771"/>
                      </a:lnTo>
                      <a:lnTo>
                        <a:pt x="2019" y="807"/>
                      </a:lnTo>
                      <a:lnTo>
                        <a:pt x="2019" y="844"/>
                      </a:lnTo>
                      <a:lnTo>
                        <a:pt x="1945" y="844"/>
                      </a:lnTo>
                      <a:lnTo>
                        <a:pt x="1798" y="807"/>
                      </a:lnTo>
                      <a:lnTo>
                        <a:pt x="1688" y="734"/>
                      </a:lnTo>
                      <a:lnTo>
                        <a:pt x="1578" y="771"/>
                      </a:lnTo>
                      <a:lnTo>
                        <a:pt x="1578" y="771"/>
                      </a:lnTo>
                      <a:lnTo>
                        <a:pt x="1615" y="734"/>
                      </a:lnTo>
                      <a:lnTo>
                        <a:pt x="1725" y="661"/>
                      </a:lnTo>
                      <a:close/>
                      <a:moveTo>
                        <a:pt x="1505" y="807"/>
                      </a:moveTo>
                      <a:lnTo>
                        <a:pt x="1578" y="844"/>
                      </a:lnTo>
                      <a:lnTo>
                        <a:pt x="1872" y="954"/>
                      </a:lnTo>
                      <a:lnTo>
                        <a:pt x="1908" y="991"/>
                      </a:lnTo>
                      <a:lnTo>
                        <a:pt x="1872" y="1028"/>
                      </a:lnTo>
                      <a:lnTo>
                        <a:pt x="1798" y="1028"/>
                      </a:lnTo>
                      <a:lnTo>
                        <a:pt x="1652" y="954"/>
                      </a:lnTo>
                      <a:lnTo>
                        <a:pt x="1652" y="1028"/>
                      </a:lnTo>
                      <a:lnTo>
                        <a:pt x="1615" y="1101"/>
                      </a:lnTo>
                      <a:lnTo>
                        <a:pt x="1395" y="1101"/>
                      </a:lnTo>
                      <a:lnTo>
                        <a:pt x="1285" y="1028"/>
                      </a:lnTo>
                      <a:lnTo>
                        <a:pt x="1248" y="991"/>
                      </a:lnTo>
                      <a:lnTo>
                        <a:pt x="1321" y="954"/>
                      </a:lnTo>
                      <a:lnTo>
                        <a:pt x="1395" y="991"/>
                      </a:lnTo>
                      <a:lnTo>
                        <a:pt x="1468" y="1028"/>
                      </a:lnTo>
                      <a:lnTo>
                        <a:pt x="1578" y="1028"/>
                      </a:lnTo>
                      <a:lnTo>
                        <a:pt x="1578" y="991"/>
                      </a:lnTo>
                      <a:lnTo>
                        <a:pt x="1542" y="954"/>
                      </a:lnTo>
                      <a:lnTo>
                        <a:pt x="1505" y="918"/>
                      </a:lnTo>
                      <a:lnTo>
                        <a:pt x="1468" y="881"/>
                      </a:lnTo>
                      <a:lnTo>
                        <a:pt x="1505" y="807"/>
                      </a:lnTo>
                      <a:close/>
                      <a:moveTo>
                        <a:pt x="1065" y="1138"/>
                      </a:moveTo>
                      <a:lnTo>
                        <a:pt x="1101" y="1174"/>
                      </a:lnTo>
                      <a:lnTo>
                        <a:pt x="1101" y="1248"/>
                      </a:lnTo>
                      <a:lnTo>
                        <a:pt x="1138" y="1211"/>
                      </a:lnTo>
                      <a:lnTo>
                        <a:pt x="1175" y="1211"/>
                      </a:lnTo>
                      <a:lnTo>
                        <a:pt x="1248" y="1174"/>
                      </a:lnTo>
                      <a:lnTo>
                        <a:pt x="1321" y="1174"/>
                      </a:lnTo>
                      <a:lnTo>
                        <a:pt x="1358" y="1248"/>
                      </a:lnTo>
                      <a:lnTo>
                        <a:pt x="1358" y="1358"/>
                      </a:lnTo>
                      <a:lnTo>
                        <a:pt x="1285" y="1468"/>
                      </a:lnTo>
                      <a:lnTo>
                        <a:pt x="1211" y="1431"/>
                      </a:lnTo>
                      <a:lnTo>
                        <a:pt x="1138" y="1431"/>
                      </a:lnTo>
                      <a:lnTo>
                        <a:pt x="955" y="1394"/>
                      </a:lnTo>
                      <a:lnTo>
                        <a:pt x="844" y="1358"/>
                      </a:lnTo>
                      <a:lnTo>
                        <a:pt x="844" y="1284"/>
                      </a:lnTo>
                      <a:lnTo>
                        <a:pt x="881" y="1211"/>
                      </a:lnTo>
                      <a:lnTo>
                        <a:pt x="918" y="1174"/>
                      </a:lnTo>
                      <a:lnTo>
                        <a:pt x="1028" y="1138"/>
                      </a:lnTo>
                      <a:close/>
                      <a:moveTo>
                        <a:pt x="2349" y="0"/>
                      </a:moveTo>
                      <a:lnTo>
                        <a:pt x="2275" y="37"/>
                      </a:lnTo>
                      <a:lnTo>
                        <a:pt x="1835" y="294"/>
                      </a:lnTo>
                      <a:lnTo>
                        <a:pt x="624" y="1028"/>
                      </a:lnTo>
                      <a:lnTo>
                        <a:pt x="111" y="1321"/>
                      </a:lnTo>
                      <a:lnTo>
                        <a:pt x="37" y="1394"/>
                      </a:lnTo>
                      <a:lnTo>
                        <a:pt x="1" y="1505"/>
                      </a:lnTo>
                      <a:lnTo>
                        <a:pt x="184" y="1541"/>
                      </a:lnTo>
                      <a:lnTo>
                        <a:pt x="771" y="1615"/>
                      </a:lnTo>
                      <a:lnTo>
                        <a:pt x="1065" y="1615"/>
                      </a:lnTo>
                      <a:lnTo>
                        <a:pt x="1542" y="1688"/>
                      </a:lnTo>
                      <a:lnTo>
                        <a:pt x="1615" y="1688"/>
                      </a:lnTo>
                      <a:lnTo>
                        <a:pt x="1652" y="1651"/>
                      </a:lnTo>
                      <a:lnTo>
                        <a:pt x="1798" y="1541"/>
                      </a:lnTo>
                      <a:lnTo>
                        <a:pt x="2239" y="1248"/>
                      </a:lnTo>
                      <a:lnTo>
                        <a:pt x="2789" y="807"/>
                      </a:lnTo>
                      <a:lnTo>
                        <a:pt x="3376" y="441"/>
                      </a:lnTo>
                      <a:lnTo>
                        <a:pt x="3560" y="294"/>
                      </a:lnTo>
                      <a:lnTo>
                        <a:pt x="3780" y="110"/>
                      </a:lnTo>
                      <a:lnTo>
                        <a:pt x="3780" y="74"/>
                      </a:lnTo>
                      <a:lnTo>
                        <a:pt x="3706" y="74"/>
                      </a:lnTo>
                      <a:lnTo>
                        <a:pt x="3339" y="37"/>
                      </a:lnTo>
                      <a:lnTo>
                        <a:pt x="24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3074;p37">
                  <a:extLst>
                    <a:ext uri="{FF2B5EF4-FFF2-40B4-BE49-F238E27FC236}">
                      <a16:creationId xmlns:a16="http://schemas.microsoft.com/office/drawing/2014/main" id="{DD646BC9-7756-1D71-274D-B43F5A732527}"/>
                    </a:ext>
                  </a:extLst>
                </p:cNvPr>
                <p:cNvSpPr/>
                <p:nvPr/>
              </p:nvSpPr>
              <p:spPr>
                <a:xfrm>
                  <a:off x="4419667" y="3181853"/>
                  <a:ext cx="101386" cy="61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6" h="1836" extrusionOk="0">
                      <a:moveTo>
                        <a:pt x="111" y="1"/>
                      </a:moveTo>
                      <a:lnTo>
                        <a:pt x="184" y="148"/>
                      </a:lnTo>
                      <a:lnTo>
                        <a:pt x="294" y="258"/>
                      </a:lnTo>
                      <a:lnTo>
                        <a:pt x="478" y="441"/>
                      </a:lnTo>
                      <a:lnTo>
                        <a:pt x="698" y="625"/>
                      </a:lnTo>
                      <a:lnTo>
                        <a:pt x="881" y="771"/>
                      </a:lnTo>
                      <a:lnTo>
                        <a:pt x="844" y="845"/>
                      </a:lnTo>
                      <a:lnTo>
                        <a:pt x="808" y="845"/>
                      </a:lnTo>
                      <a:lnTo>
                        <a:pt x="478" y="1065"/>
                      </a:lnTo>
                      <a:lnTo>
                        <a:pt x="111" y="1248"/>
                      </a:lnTo>
                      <a:lnTo>
                        <a:pt x="1" y="1322"/>
                      </a:lnTo>
                      <a:lnTo>
                        <a:pt x="1" y="1359"/>
                      </a:lnTo>
                      <a:lnTo>
                        <a:pt x="111" y="1359"/>
                      </a:lnTo>
                      <a:lnTo>
                        <a:pt x="294" y="1248"/>
                      </a:lnTo>
                      <a:lnTo>
                        <a:pt x="661" y="1065"/>
                      </a:lnTo>
                      <a:lnTo>
                        <a:pt x="991" y="845"/>
                      </a:lnTo>
                      <a:lnTo>
                        <a:pt x="1468" y="918"/>
                      </a:lnTo>
                      <a:lnTo>
                        <a:pt x="1982" y="955"/>
                      </a:lnTo>
                      <a:lnTo>
                        <a:pt x="2165" y="1212"/>
                      </a:lnTo>
                      <a:lnTo>
                        <a:pt x="2275" y="1359"/>
                      </a:lnTo>
                      <a:lnTo>
                        <a:pt x="2459" y="1542"/>
                      </a:lnTo>
                      <a:lnTo>
                        <a:pt x="2642" y="1762"/>
                      </a:lnTo>
                      <a:lnTo>
                        <a:pt x="2752" y="1835"/>
                      </a:lnTo>
                      <a:lnTo>
                        <a:pt x="2789" y="1799"/>
                      </a:lnTo>
                      <a:lnTo>
                        <a:pt x="2569" y="1542"/>
                      </a:lnTo>
                      <a:lnTo>
                        <a:pt x="2312" y="1248"/>
                      </a:lnTo>
                      <a:lnTo>
                        <a:pt x="2202" y="1102"/>
                      </a:lnTo>
                      <a:lnTo>
                        <a:pt x="2092" y="955"/>
                      </a:lnTo>
                      <a:lnTo>
                        <a:pt x="2275" y="845"/>
                      </a:lnTo>
                      <a:lnTo>
                        <a:pt x="2973" y="441"/>
                      </a:lnTo>
                      <a:lnTo>
                        <a:pt x="3009" y="405"/>
                      </a:lnTo>
                      <a:lnTo>
                        <a:pt x="3046" y="368"/>
                      </a:lnTo>
                      <a:lnTo>
                        <a:pt x="2973" y="368"/>
                      </a:lnTo>
                      <a:lnTo>
                        <a:pt x="2936" y="405"/>
                      </a:lnTo>
                      <a:lnTo>
                        <a:pt x="2349" y="698"/>
                      </a:lnTo>
                      <a:lnTo>
                        <a:pt x="2055" y="882"/>
                      </a:lnTo>
                      <a:lnTo>
                        <a:pt x="1945" y="882"/>
                      </a:lnTo>
                      <a:lnTo>
                        <a:pt x="1688" y="845"/>
                      </a:lnTo>
                      <a:lnTo>
                        <a:pt x="1065" y="808"/>
                      </a:lnTo>
                      <a:lnTo>
                        <a:pt x="991" y="771"/>
                      </a:lnTo>
                      <a:lnTo>
                        <a:pt x="918" y="735"/>
                      </a:lnTo>
                      <a:lnTo>
                        <a:pt x="808" y="625"/>
                      </a:lnTo>
                      <a:lnTo>
                        <a:pt x="478" y="331"/>
                      </a:lnTo>
                      <a:lnTo>
                        <a:pt x="184" y="74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3075;p37">
                  <a:extLst>
                    <a:ext uri="{FF2B5EF4-FFF2-40B4-BE49-F238E27FC236}">
                      <a16:creationId xmlns:a16="http://schemas.microsoft.com/office/drawing/2014/main" id="{BE79BF14-5FB5-2D6C-72A8-25EAC491D70F}"/>
                    </a:ext>
                  </a:extLst>
                </p:cNvPr>
                <p:cNvSpPr/>
                <p:nvPr/>
              </p:nvSpPr>
              <p:spPr>
                <a:xfrm>
                  <a:off x="4489266" y="3170869"/>
                  <a:ext cx="4926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111" extrusionOk="0">
                      <a:moveTo>
                        <a:pt x="148" y="1"/>
                      </a:moveTo>
                      <a:lnTo>
                        <a:pt x="74" y="37"/>
                      </a:lnTo>
                      <a:lnTo>
                        <a:pt x="1" y="111"/>
                      </a:lnTo>
                      <a:lnTo>
                        <a:pt x="111" y="111"/>
                      </a:lnTo>
                      <a:lnTo>
                        <a:pt x="148" y="74"/>
                      </a:lnTo>
                      <a:lnTo>
                        <a:pt x="14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3076;p37">
                  <a:extLst>
                    <a:ext uri="{FF2B5EF4-FFF2-40B4-BE49-F238E27FC236}">
                      <a16:creationId xmlns:a16="http://schemas.microsoft.com/office/drawing/2014/main" id="{D00A6BE7-7454-BAAE-C5AE-0987B4395A18}"/>
                    </a:ext>
                  </a:extLst>
                </p:cNvPr>
                <p:cNvSpPr/>
                <p:nvPr/>
              </p:nvSpPr>
              <p:spPr>
                <a:xfrm>
                  <a:off x="4481943" y="3169671"/>
                  <a:ext cx="3695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11" extrusionOk="0">
                      <a:moveTo>
                        <a:pt x="74" y="0"/>
                      </a:moveTo>
                      <a:lnTo>
                        <a:pt x="1" y="73"/>
                      </a:lnTo>
                      <a:lnTo>
                        <a:pt x="1" y="110"/>
                      </a:lnTo>
                      <a:lnTo>
                        <a:pt x="111" y="110"/>
                      </a:lnTo>
                      <a:lnTo>
                        <a:pt x="111" y="73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077;p37">
                  <a:extLst>
                    <a:ext uri="{FF2B5EF4-FFF2-40B4-BE49-F238E27FC236}">
                      <a16:creationId xmlns:a16="http://schemas.microsoft.com/office/drawing/2014/main" id="{B860A193-03B2-10A9-0DCB-D851B44FE46D}"/>
                    </a:ext>
                  </a:extLst>
                </p:cNvPr>
                <p:cNvSpPr/>
                <p:nvPr/>
              </p:nvSpPr>
              <p:spPr>
                <a:xfrm>
                  <a:off x="4532037" y="3135454"/>
                  <a:ext cx="3695" cy="2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75" extrusionOk="0">
                      <a:moveTo>
                        <a:pt x="37" y="1"/>
                      </a:moveTo>
                      <a:lnTo>
                        <a:pt x="0" y="37"/>
                      </a:lnTo>
                      <a:lnTo>
                        <a:pt x="74" y="74"/>
                      </a:lnTo>
                      <a:lnTo>
                        <a:pt x="1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3078;p37">
                  <a:extLst>
                    <a:ext uri="{FF2B5EF4-FFF2-40B4-BE49-F238E27FC236}">
                      <a16:creationId xmlns:a16="http://schemas.microsoft.com/office/drawing/2014/main" id="{4B6543BD-74C5-7081-0828-58A729BA2BB1}"/>
                    </a:ext>
                  </a:extLst>
                </p:cNvPr>
                <p:cNvSpPr/>
                <p:nvPr/>
              </p:nvSpPr>
              <p:spPr>
                <a:xfrm>
                  <a:off x="4439205" y="3128131"/>
                  <a:ext cx="68434" cy="45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6" h="1359" extrusionOk="0">
                      <a:moveTo>
                        <a:pt x="1945" y="1"/>
                      </a:moveTo>
                      <a:lnTo>
                        <a:pt x="1138" y="514"/>
                      </a:lnTo>
                      <a:lnTo>
                        <a:pt x="441" y="991"/>
                      </a:lnTo>
                      <a:lnTo>
                        <a:pt x="74" y="1248"/>
                      </a:lnTo>
                      <a:lnTo>
                        <a:pt x="37" y="1285"/>
                      </a:lnTo>
                      <a:lnTo>
                        <a:pt x="1" y="1358"/>
                      </a:lnTo>
                      <a:lnTo>
                        <a:pt x="111" y="1358"/>
                      </a:lnTo>
                      <a:lnTo>
                        <a:pt x="441" y="1175"/>
                      </a:lnTo>
                      <a:lnTo>
                        <a:pt x="1101" y="771"/>
                      </a:lnTo>
                      <a:lnTo>
                        <a:pt x="1688" y="367"/>
                      </a:lnTo>
                      <a:lnTo>
                        <a:pt x="1982" y="184"/>
                      </a:lnTo>
                      <a:lnTo>
                        <a:pt x="2019" y="147"/>
                      </a:lnTo>
                      <a:lnTo>
                        <a:pt x="2055" y="74"/>
                      </a:lnTo>
                      <a:lnTo>
                        <a:pt x="2019" y="37"/>
                      </a:lnTo>
                      <a:lnTo>
                        <a:pt x="1945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3079;p37">
                  <a:extLst>
                    <a:ext uri="{FF2B5EF4-FFF2-40B4-BE49-F238E27FC236}">
                      <a16:creationId xmlns:a16="http://schemas.microsoft.com/office/drawing/2014/main" id="{8B5FA6C1-4124-1CB2-C550-22ED1CF76DA2}"/>
                    </a:ext>
                  </a:extLst>
                </p:cNvPr>
                <p:cNvSpPr/>
                <p:nvPr/>
              </p:nvSpPr>
              <p:spPr>
                <a:xfrm>
                  <a:off x="4420899" y="3186746"/>
                  <a:ext cx="7356" cy="37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1139" extrusionOk="0">
                      <a:moveTo>
                        <a:pt x="147" y="1"/>
                      </a:moveTo>
                      <a:lnTo>
                        <a:pt x="110" y="111"/>
                      </a:lnTo>
                      <a:lnTo>
                        <a:pt x="37" y="551"/>
                      </a:lnTo>
                      <a:lnTo>
                        <a:pt x="0" y="991"/>
                      </a:lnTo>
                      <a:lnTo>
                        <a:pt x="0" y="1065"/>
                      </a:lnTo>
                      <a:lnTo>
                        <a:pt x="0" y="1138"/>
                      </a:lnTo>
                      <a:lnTo>
                        <a:pt x="110" y="1138"/>
                      </a:lnTo>
                      <a:lnTo>
                        <a:pt x="147" y="1028"/>
                      </a:lnTo>
                      <a:lnTo>
                        <a:pt x="147" y="955"/>
                      </a:lnTo>
                      <a:lnTo>
                        <a:pt x="220" y="184"/>
                      </a:lnTo>
                      <a:lnTo>
                        <a:pt x="220" y="74"/>
                      </a:lnTo>
                      <a:lnTo>
                        <a:pt x="220" y="37"/>
                      </a:lnTo>
                      <a:lnTo>
                        <a:pt x="147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" name="Google Shape;23080;p37">
              <a:extLst>
                <a:ext uri="{FF2B5EF4-FFF2-40B4-BE49-F238E27FC236}">
                  <a16:creationId xmlns:a16="http://schemas.microsoft.com/office/drawing/2014/main" id="{599AFDB2-6ED4-CD54-A5BC-5FBAA68A4D47}"/>
                </a:ext>
              </a:extLst>
            </p:cNvPr>
            <p:cNvGrpSpPr/>
            <p:nvPr/>
          </p:nvGrpSpPr>
          <p:grpSpPr>
            <a:xfrm rot="-595802">
              <a:off x="4692619" y="2510135"/>
              <a:ext cx="194898" cy="288848"/>
              <a:chOff x="5443283" y="4091433"/>
              <a:chExt cx="217959" cy="323026"/>
            </a:xfrm>
          </p:grpSpPr>
          <p:sp>
            <p:nvSpPr>
              <p:cNvPr id="27" name="Google Shape;23081;p37">
                <a:extLst>
                  <a:ext uri="{FF2B5EF4-FFF2-40B4-BE49-F238E27FC236}">
                    <a16:creationId xmlns:a16="http://schemas.microsoft.com/office/drawing/2014/main" id="{5BC1620F-C758-61D3-B756-D389FE079A4A}"/>
                  </a:ext>
                </a:extLst>
              </p:cNvPr>
              <p:cNvSpPr/>
              <p:nvPr/>
            </p:nvSpPr>
            <p:spPr>
              <a:xfrm>
                <a:off x="5443283" y="4091433"/>
                <a:ext cx="217955" cy="323021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4624" extrusionOk="0">
                    <a:moveTo>
                      <a:pt x="2753" y="0"/>
                    </a:moveTo>
                    <a:lnTo>
                      <a:pt x="2019" y="37"/>
                    </a:lnTo>
                    <a:lnTo>
                      <a:pt x="698" y="37"/>
                    </a:lnTo>
                    <a:lnTo>
                      <a:pt x="221" y="73"/>
                    </a:lnTo>
                    <a:lnTo>
                      <a:pt x="184" y="73"/>
                    </a:lnTo>
                    <a:lnTo>
                      <a:pt x="74" y="147"/>
                    </a:lnTo>
                    <a:lnTo>
                      <a:pt x="38" y="184"/>
                    </a:lnTo>
                    <a:lnTo>
                      <a:pt x="38" y="257"/>
                    </a:lnTo>
                    <a:lnTo>
                      <a:pt x="1" y="550"/>
                    </a:lnTo>
                    <a:lnTo>
                      <a:pt x="38" y="881"/>
                    </a:lnTo>
                    <a:lnTo>
                      <a:pt x="184" y="1688"/>
                    </a:lnTo>
                    <a:lnTo>
                      <a:pt x="331" y="2899"/>
                    </a:lnTo>
                    <a:lnTo>
                      <a:pt x="515" y="4073"/>
                    </a:lnTo>
                    <a:lnTo>
                      <a:pt x="588" y="4403"/>
                    </a:lnTo>
                    <a:lnTo>
                      <a:pt x="588" y="4476"/>
                    </a:lnTo>
                    <a:lnTo>
                      <a:pt x="661" y="4550"/>
                    </a:lnTo>
                    <a:lnTo>
                      <a:pt x="771" y="4586"/>
                    </a:lnTo>
                    <a:lnTo>
                      <a:pt x="881" y="4623"/>
                    </a:lnTo>
                    <a:lnTo>
                      <a:pt x="918" y="4623"/>
                    </a:lnTo>
                    <a:lnTo>
                      <a:pt x="1065" y="4586"/>
                    </a:lnTo>
                    <a:lnTo>
                      <a:pt x="1212" y="4586"/>
                    </a:lnTo>
                    <a:lnTo>
                      <a:pt x="1652" y="4550"/>
                    </a:lnTo>
                    <a:lnTo>
                      <a:pt x="2276" y="4550"/>
                    </a:lnTo>
                    <a:lnTo>
                      <a:pt x="2422" y="4440"/>
                    </a:lnTo>
                    <a:lnTo>
                      <a:pt x="2569" y="4330"/>
                    </a:lnTo>
                    <a:lnTo>
                      <a:pt x="2569" y="4256"/>
                    </a:lnTo>
                    <a:lnTo>
                      <a:pt x="2606" y="4183"/>
                    </a:lnTo>
                    <a:lnTo>
                      <a:pt x="2606" y="4109"/>
                    </a:lnTo>
                    <a:lnTo>
                      <a:pt x="2643" y="3706"/>
                    </a:lnTo>
                    <a:lnTo>
                      <a:pt x="2679" y="3412"/>
                    </a:lnTo>
                    <a:lnTo>
                      <a:pt x="2753" y="2752"/>
                    </a:lnTo>
                    <a:lnTo>
                      <a:pt x="2899" y="1725"/>
                    </a:lnTo>
                    <a:lnTo>
                      <a:pt x="3046" y="991"/>
                    </a:lnTo>
                    <a:lnTo>
                      <a:pt x="3120" y="257"/>
                    </a:lnTo>
                    <a:lnTo>
                      <a:pt x="3120" y="147"/>
                    </a:lnTo>
                    <a:lnTo>
                      <a:pt x="3046" y="73"/>
                    </a:lnTo>
                    <a:lnTo>
                      <a:pt x="2973" y="37"/>
                    </a:lnTo>
                    <a:lnTo>
                      <a:pt x="2863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" name="Google Shape;23082;p37">
                <a:extLst>
                  <a:ext uri="{FF2B5EF4-FFF2-40B4-BE49-F238E27FC236}">
                    <a16:creationId xmlns:a16="http://schemas.microsoft.com/office/drawing/2014/main" id="{FA06CE49-6BD6-5CEE-2E52-9AC3AB17EF7D}"/>
                  </a:ext>
                </a:extLst>
              </p:cNvPr>
              <p:cNvGrpSpPr/>
              <p:nvPr/>
            </p:nvGrpSpPr>
            <p:grpSpPr>
              <a:xfrm>
                <a:off x="5443283" y="4091433"/>
                <a:ext cx="217959" cy="323026"/>
                <a:chOff x="4750619" y="3076839"/>
                <a:chExt cx="103849" cy="153910"/>
              </a:xfrm>
            </p:grpSpPr>
            <p:sp>
              <p:nvSpPr>
                <p:cNvPr id="29" name="Google Shape;23083;p37">
                  <a:extLst>
                    <a:ext uri="{FF2B5EF4-FFF2-40B4-BE49-F238E27FC236}">
                      <a16:creationId xmlns:a16="http://schemas.microsoft.com/office/drawing/2014/main" id="{F5DF1B50-D576-F191-C843-AFB39A6B7438}"/>
                    </a:ext>
                  </a:extLst>
                </p:cNvPr>
                <p:cNvSpPr/>
                <p:nvPr/>
              </p:nvSpPr>
              <p:spPr>
                <a:xfrm>
                  <a:off x="4750619" y="3076839"/>
                  <a:ext cx="103849" cy="153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0" h="4624" extrusionOk="0">
                      <a:moveTo>
                        <a:pt x="2753" y="1"/>
                      </a:moveTo>
                      <a:lnTo>
                        <a:pt x="2239" y="37"/>
                      </a:lnTo>
                      <a:lnTo>
                        <a:pt x="698" y="37"/>
                      </a:lnTo>
                      <a:lnTo>
                        <a:pt x="221" y="74"/>
                      </a:lnTo>
                      <a:lnTo>
                        <a:pt x="184" y="74"/>
                      </a:lnTo>
                      <a:lnTo>
                        <a:pt x="74" y="147"/>
                      </a:lnTo>
                      <a:lnTo>
                        <a:pt x="38" y="184"/>
                      </a:lnTo>
                      <a:lnTo>
                        <a:pt x="38" y="257"/>
                      </a:lnTo>
                      <a:lnTo>
                        <a:pt x="1" y="551"/>
                      </a:lnTo>
                      <a:lnTo>
                        <a:pt x="38" y="881"/>
                      </a:lnTo>
                      <a:lnTo>
                        <a:pt x="184" y="1688"/>
                      </a:lnTo>
                      <a:lnTo>
                        <a:pt x="331" y="2899"/>
                      </a:lnTo>
                      <a:lnTo>
                        <a:pt x="515" y="4073"/>
                      </a:lnTo>
                      <a:lnTo>
                        <a:pt x="588" y="4403"/>
                      </a:lnTo>
                      <a:lnTo>
                        <a:pt x="588" y="4477"/>
                      </a:lnTo>
                      <a:lnTo>
                        <a:pt x="661" y="4550"/>
                      </a:lnTo>
                      <a:lnTo>
                        <a:pt x="771" y="4624"/>
                      </a:lnTo>
                      <a:lnTo>
                        <a:pt x="918" y="4624"/>
                      </a:lnTo>
                      <a:lnTo>
                        <a:pt x="1065" y="4587"/>
                      </a:lnTo>
                      <a:lnTo>
                        <a:pt x="1212" y="4587"/>
                      </a:lnTo>
                      <a:lnTo>
                        <a:pt x="1652" y="4550"/>
                      </a:lnTo>
                      <a:lnTo>
                        <a:pt x="2276" y="4550"/>
                      </a:lnTo>
                      <a:lnTo>
                        <a:pt x="2422" y="4440"/>
                      </a:lnTo>
                      <a:lnTo>
                        <a:pt x="2569" y="4330"/>
                      </a:lnTo>
                      <a:lnTo>
                        <a:pt x="2569" y="4257"/>
                      </a:lnTo>
                      <a:lnTo>
                        <a:pt x="2606" y="4183"/>
                      </a:lnTo>
                      <a:lnTo>
                        <a:pt x="2606" y="4110"/>
                      </a:lnTo>
                      <a:lnTo>
                        <a:pt x="2643" y="3706"/>
                      </a:lnTo>
                      <a:lnTo>
                        <a:pt x="2679" y="3413"/>
                      </a:lnTo>
                      <a:lnTo>
                        <a:pt x="2753" y="2752"/>
                      </a:lnTo>
                      <a:lnTo>
                        <a:pt x="2899" y="1725"/>
                      </a:lnTo>
                      <a:lnTo>
                        <a:pt x="3046" y="991"/>
                      </a:lnTo>
                      <a:lnTo>
                        <a:pt x="3120" y="257"/>
                      </a:lnTo>
                      <a:lnTo>
                        <a:pt x="3120" y="147"/>
                      </a:lnTo>
                      <a:lnTo>
                        <a:pt x="3046" y="74"/>
                      </a:lnTo>
                      <a:lnTo>
                        <a:pt x="2936" y="37"/>
                      </a:lnTo>
                      <a:lnTo>
                        <a:pt x="2863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23084;p37">
                  <a:extLst>
                    <a:ext uri="{FF2B5EF4-FFF2-40B4-BE49-F238E27FC236}">
                      <a16:creationId xmlns:a16="http://schemas.microsoft.com/office/drawing/2014/main" id="{62D52E99-FEAF-3FAA-C9F9-2533516BCDAC}"/>
                    </a:ext>
                  </a:extLst>
                </p:cNvPr>
                <p:cNvSpPr/>
                <p:nvPr/>
              </p:nvSpPr>
              <p:spPr>
                <a:xfrm>
                  <a:off x="4765297" y="3136686"/>
                  <a:ext cx="69632" cy="85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2" h="2569" extrusionOk="0">
                      <a:moveTo>
                        <a:pt x="514" y="0"/>
                      </a:moveTo>
                      <a:lnTo>
                        <a:pt x="294" y="37"/>
                      </a:lnTo>
                      <a:lnTo>
                        <a:pt x="110" y="74"/>
                      </a:lnTo>
                      <a:lnTo>
                        <a:pt x="37" y="147"/>
                      </a:lnTo>
                      <a:lnTo>
                        <a:pt x="0" y="221"/>
                      </a:lnTo>
                      <a:lnTo>
                        <a:pt x="0" y="294"/>
                      </a:lnTo>
                      <a:lnTo>
                        <a:pt x="37" y="624"/>
                      </a:lnTo>
                      <a:lnTo>
                        <a:pt x="220" y="1505"/>
                      </a:lnTo>
                      <a:lnTo>
                        <a:pt x="440" y="2349"/>
                      </a:lnTo>
                      <a:lnTo>
                        <a:pt x="477" y="2422"/>
                      </a:lnTo>
                      <a:lnTo>
                        <a:pt x="514" y="2459"/>
                      </a:lnTo>
                      <a:lnTo>
                        <a:pt x="661" y="2495"/>
                      </a:lnTo>
                      <a:lnTo>
                        <a:pt x="771" y="2532"/>
                      </a:lnTo>
                      <a:lnTo>
                        <a:pt x="1138" y="2569"/>
                      </a:lnTo>
                      <a:lnTo>
                        <a:pt x="1468" y="2532"/>
                      </a:lnTo>
                      <a:lnTo>
                        <a:pt x="1578" y="2495"/>
                      </a:lnTo>
                      <a:lnTo>
                        <a:pt x="1688" y="2459"/>
                      </a:lnTo>
                      <a:lnTo>
                        <a:pt x="1725" y="2422"/>
                      </a:lnTo>
                      <a:lnTo>
                        <a:pt x="1725" y="2349"/>
                      </a:lnTo>
                      <a:lnTo>
                        <a:pt x="1761" y="2239"/>
                      </a:lnTo>
                      <a:lnTo>
                        <a:pt x="1945" y="1285"/>
                      </a:lnTo>
                      <a:lnTo>
                        <a:pt x="2055" y="404"/>
                      </a:lnTo>
                      <a:lnTo>
                        <a:pt x="2092" y="147"/>
                      </a:lnTo>
                      <a:lnTo>
                        <a:pt x="2018" y="74"/>
                      </a:lnTo>
                      <a:lnTo>
                        <a:pt x="1908" y="37"/>
                      </a:lnTo>
                      <a:lnTo>
                        <a:pt x="1468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23085;p37">
                  <a:extLst>
                    <a:ext uri="{FF2B5EF4-FFF2-40B4-BE49-F238E27FC236}">
                      <a16:creationId xmlns:a16="http://schemas.microsoft.com/office/drawing/2014/main" id="{7D1C1EDC-5D11-9640-5A84-98BAEDE69E18}"/>
                    </a:ext>
                  </a:extLst>
                </p:cNvPr>
                <p:cNvSpPr/>
                <p:nvPr/>
              </p:nvSpPr>
              <p:spPr>
                <a:xfrm>
                  <a:off x="4768958" y="3142777"/>
                  <a:ext cx="62310" cy="72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2" h="2166" extrusionOk="0">
                      <a:moveTo>
                        <a:pt x="1835" y="1"/>
                      </a:moveTo>
                      <a:lnTo>
                        <a:pt x="1505" y="38"/>
                      </a:lnTo>
                      <a:lnTo>
                        <a:pt x="37" y="38"/>
                      </a:lnTo>
                      <a:lnTo>
                        <a:pt x="0" y="74"/>
                      </a:lnTo>
                      <a:lnTo>
                        <a:pt x="0" y="111"/>
                      </a:lnTo>
                      <a:lnTo>
                        <a:pt x="147" y="735"/>
                      </a:lnTo>
                      <a:lnTo>
                        <a:pt x="294" y="1358"/>
                      </a:lnTo>
                      <a:lnTo>
                        <a:pt x="404" y="2019"/>
                      </a:lnTo>
                      <a:lnTo>
                        <a:pt x="441" y="2129"/>
                      </a:lnTo>
                      <a:lnTo>
                        <a:pt x="551" y="2129"/>
                      </a:lnTo>
                      <a:lnTo>
                        <a:pt x="844" y="2166"/>
                      </a:lnTo>
                      <a:lnTo>
                        <a:pt x="1431" y="2166"/>
                      </a:lnTo>
                      <a:lnTo>
                        <a:pt x="1505" y="2129"/>
                      </a:lnTo>
                      <a:lnTo>
                        <a:pt x="1505" y="2056"/>
                      </a:lnTo>
                      <a:lnTo>
                        <a:pt x="1505" y="2019"/>
                      </a:lnTo>
                      <a:lnTo>
                        <a:pt x="1578" y="1652"/>
                      </a:lnTo>
                      <a:lnTo>
                        <a:pt x="1688" y="991"/>
                      </a:lnTo>
                      <a:lnTo>
                        <a:pt x="1761" y="515"/>
                      </a:lnTo>
                      <a:lnTo>
                        <a:pt x="1871" y="38"/>
                      </a:lnTo>
                      <a:lnTo>
                        <a:pt x="18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23086;p37">
                  <a:extLst>
                    <a:ext uri="{FF2B5EF4-FFF2-40B4-BE49-F238E27FC236}">
                      <a16:creationId xmlns:a16="http://schemas.microsoft.com/office/drawing/2014/main" id="{A518C2D1-E235-6D12-A34E-DF2727BE464F}"/>
                    </a:ext>
                  </a:extLst>
                </p:cNvPr>
                <p:cNvSpPr/>
                <p:nvPr/>
              </p:nvSpPr>
              <p:spPr>
                <a:xfrm>
                  <a:off x="4778711" y="3139115"/>
                  <a:ext cx="44003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11" extrusionOk="0">
                      <a:moveTo>
                        <a:pt x="331" y="1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37" y="111"/>
                      </a:lnTo>
                      <a:lnTo>
                        <a:pt x="698" y="111"/>
                      </a:lnTo>
                      <a:lnTo>
                        <a:pt x="1212" y="74"/>
                      </a:lnTo>
                      <a:lnTo>
                        <a:pt x="1285" y="74"/>
                      </a:lnTo>
                      <a:lnTo>
                        <a:pt x="1322" y="37"/>
                      </a:lnTo>
                      <a:lnTo>
                        <a:pt x="66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23087;p37">
                  <a:extLst>
                    <a:ext uri="{FF2B5EF4-FFF2-40B4-BE49-F238E27FC236}">
                      <a16:creationId xmlns:a16="http://schemas.microsoft.com/office/drawing/2014/main" id="{27803020-B8C0-B93B-62E0-EA6BD6D0CF21}"/>
                    </a:ext>
                  </a:extLst>
                </p:cNvPr>
                <p:cNvSpPr/>
                <p:nvPr/>
              </p:nvSpPr>
              <p:spPr>
                <a:xfrm>
                  <a:off x="4773818" y="3141578"/>
                  <a:ext cx="1265" cy="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38" y="0"/>
                      </a:moveTo>
                      <a:lnTo>
                        <a:pt x="38" y="0"/>
                      </a:lnTo>
                      <a:lnTo>
                        <a:pt x="38" y="0"/>
                      </a:lnTo>
                      <a:lnTo>
                        <a:pt x="1" y="0"/>
                      </a:lnTo>
                      <a:lnTo>
                        <a:pt x="38" y="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23088;p37">
                  <a:extLst>
                    <a:ext uri="{FF2B5EF4-FFF2-40B4-BE49-F238E27FC236}">
                      <a16:creationId xmlns:a16="http://schemas.microsoft.com/office/drawing/2014/main" id="{E5964572-D8B0-8960-98D6-1EB9A5FD35A0}"/>
                    </a:ext>
                  </a:extLst>
                </p:cNvPr>
                <p:cNvSpPr/>
                <p:nvPr/>
              </p:nvSpPr>
              <p:spPr>
                <a:xfrm>
                  <a:off x="4756743" y="3081732"/>
                  <a:ext cx="90402" cy="17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" h="514" extrusionOk="0">
                      <a:moveTo>
                        <a:pt x="2642" y="0"/>
                      </a:moveTo>
                      <a:lnTo>
                        <a:pt x="2532" y="74"/>
                      </a:lnTo>
                      <a:lnTo>
                        <a:pt x="2275" y="184"/>
                      </a:lnTo>
                      <a:lnTo>
                        <a:pt x="1982" y="257"/>
                      </a:lnTo>
                      <a:lnTo>
                        <a:pt x="1615" y="331"/>
                      </a:lnTo>
                      <a:lnTo>
                        <a:pt x="1211" y="331"/>
                      </a:lnTo>
                      <a:lnTo>
                        <a:pt x="844" y="294"/>
                      </a:lnTo>
                      <a:lnTo>
                        <a:pt x="477" y="257"/>
                      </a:lnTo>
                      <a:lnTo>
                        <a:pt x="294" y="257"/>
                      </a:lnTo>
                      <a:lnTo>
                        <a:pt x="74" y="184"/>
                      </a:lnTo>
                      <a:lnTo>
                        <a:pt x="0" y="184"/>
                      </a:lnTo>
                      <a:lnTo>
                        <a:pt x="37" y="257"/>
                      </a:lnTo>
                      <a:lnTo>
                        <a:pt x="257" y="367"/>
                      </a:lnTo>
                      <a:lnTo>
                        <a:pt x="477" y="404"/>
                      </a:lnTo>
                      <a:lnTo>
                        <a:pt x="954" y="477"/>
                      </a:lnTo>
                      <a:lnTo>
                        <a:pt x="1431" y="514"/>
                      </a:lnTo>
                      <a:lnTo>
                        <a:pt x="1688" y="477"/>
                      </a:lnTo>
                      <a:lnTo>
                        <a:pt x="1908" y="441"/>
                      </a:lnTo>
                      <a:lnTo>
                        <a:pt x="2385" y="294"/>
                      </a:lnTo>
                      <a:lnTo>
                        <a:pt x="2569" y="220"/>
                      </a:lnTo>
                      <a:lnTo>
                        <a:pt x="2715" y="74"/>
                      </a:lnTo>
                      <a:lnTo>
                        <a:pt x="2642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23089;p37">
                  <a:extLst>
                    <a:ext uri="{FF2B5EF4-FFF2-40B4-BE49-F238E27FC236}">
                      <a16:creationId xmlns:a16="http://schemas.microsoft.com/office/drawing/2014/main" id="{B9D4049A-ED4B-BB77-4449-952A66670BC8}"/>
                    </a:ext>
                  </a:extLst>
                </p:cNvPr>
                <p:cNvSpPr/>
                <p:nvPr/>
              </p:nvSpPr>
              <p:spPr>
                <a:xfrm>
                  <a:off x="4764066" y="3096377"/>
                  <a:ext cx="12249" cy="42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1285" extrusionOk="0">
                      <a:moveTo>
                        <a:pt x="74" y="1"/>
                      </a:moveTo>
                      <a:lnTo>
                        <a:pt x="0" y="37"/>
                      </a:lnTo>
                      <a:lnTo>
                        <a:pt x="0" y="147"/>
                      </a:lnTo>
                      <a:lnTo>
                        <a:pt x="37" y="588"/>
                      </a:lnTo>
                      <a:lnTo>
                        <a:pt x="111" y="1211"/>
                      </a:lnTo>
                      <a:lnTo>
                        <a:pt x="111" y="1285"/>
                      </a:lnTo>
                      <a:lnTo>
                        <a:pt x="147" y="1285"/>
                      </a:lnTo>
                      <a:lnTo>
                        <a:pt x="367" y="1248"/>
                      </a:lnTo>
                      <a:lnTo>
                        <a:pt x="257" y="624"/>
                      </a:lnTo>
                      <a:lnTo>
                        <a:pt x="147" y="184"/>
                      </a:lnTo>
                      <a:lnTo>
                        <a:pt x="147" y="74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23090;p37">
                  <a:extLst>
                    <a:ext uri="{FF2B5EF4-FFF2-40B4-BE49-F238E27FC236}">
                      <a16:creationId xmlns:a16="http://schemas.microsoft.com/office/drawing/2014/main" id="{1B252553-A651-85D4-B422-FDB8ED2513DD}"/>
                    </a:ext>
                  </a:extLst>
                </p:cNvPr>
                <p:cNvSpPr/>
                <p:nvPr/>
              </p:nvSpPr>
              <p:spPr>
                <a:xfrm>
                  <a:off x="4767727" y="3137917"/>
                  <a:ext cx="20803" cy="81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2459" extrusionOk="0">
                      <a:moveTo>
                        <a:pt x="257" y="0"/>
                      </a:moveTo>
                      <a:lnTo>
                        <a:pt x="37" y="37"/>
                      </a:lnTo>
                      <a:lnTo>
                        <a:pt x="1" y="37"/>
                      </a:lnTo>
                      <a:lnTo>
                        <a:pt x="37" y="220"/>
                      </a:lnTo>
                      <a:lnTo>
                        <a:pt x="74" y="184"/>
                      </a:lnTo>
                      <a:lnTo>
                        <a:pt x="294" y="220"/>
                      </a:lnTo>
                      <a:lnTo>
                        <a:pt x="294" y="110"/>
                      </a:lnTo>
                      <a:lnTo>
                        <a:pt x="257" y="0"/>
                      </a:lnTo>
                      <a:close/>
                      <a:moveTo>
                        <a:pt x="37" y="294"/>
                      </a:moveTo>
                      <a:lnTo>
                        <a:pt x="111" y="697"/>
                      </a:lnTo>
                      <a:lnTo>
                        <a:pt x="294" y="1761"/>
                      </a:lnTo>
                      <a:lnTo>
                        <a:pt x="404" y="2385"/>
                      </a:lnTo>
                      <a:lnTo>
                        <a:pt x="441" y="2422"/>
                      </a:lnTo>
                      <a:lnTo>
                        <a:pt x="514" y="2458"/>
                      </a:lnTo>
                      <a:lnTo>
                        <a:pt x="588" y="2385"/>
                      </a:lnTo>
                      <a:lnTo>
                        <a:pt x="624" y="2312"/>
                      </a:lnTo>
                      <a:lnTo>
                        <a:pt x="588" y="2275"/>
                      </a:lnTo>
                      <a:lnTo>
                        <a:pt x="478" y="2275"/>
                      </a:lnTo>
                      <a:lnTo>
                        <a:pt x="441" y="2165"/>
                      </a:lnTo>
                      <a:lnTo>
                        <a:pt x="331" y="1504"/>
                      </a:lnTo>
                      <a:lnTo>
                        <a:pt x="184" y="881"/>
                      </a:lnTo>
                      <a:lnTo>
                        <a:pt x="37" y="294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23091;p37">
                  <a:extLst>
                    <a:ext uri="{FF2B5EF4-FFF2-40B4-BE49-F238E27FC236}">
                      <a16:creationId xmlns:a16="http://schemas.microsoft.com/office/drawing/2014/main" id="{E0252CA7-2DC1-231E-2774-20CE40B0D5CA}"/>
                    </a:ext>
                  </a:extLst>
                </p:cNvPr>
                <p:cNvSpPr/>
                <p:nvPr/>
              </p:nvSpPr>
              <p:spPr>
                <a:xfrm>
                  <a:off x="4768958" y="3144008"/>
                  <a:ext cx="19572" cy="70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" h="2129" extrusionOk="0">
                      <a:moveTo>
                        <a:pt x="37" y="1"/>
                      </a:moveTo>
                      <a:lnTo>
                        <a:pt x="0" y="37"/>
                      </a:lnTo>
                      <a:lnTo>
                        <a:pt x="0" y="111"/>
                      </a:lnTo>
                      <a:lnTo>
                        <a:pt x="147" y="698"/>
                      </a:lnTo>
                      <a:lnTo>
                        <a:pt x="294" y="1321"/>
                      </a:lnTo>
                      <a:lnTo>
                        <a:pt x="404" y="1982"/>
                      </a:lnTo>
                      <a:lnTo>
                        <a:pt x="441" y="2092"/>
                      </a:lnTo>
                      <a:lnTo>
                        <a:pt x="551" y="2092"/>
                      </a:lnTo>
                      <a:lnTo>
                        <a:pt x="587" y="2129"/>
                      </a:lnTo>
                      <a:lnTo>
                        <a:pt x="551" y="2055"/>
                      </a:lnTo>
                      <a:lnTo>
                        <a:pt x="514" y="1505"/>
                      </a:lnTo>
                      <a:lnTo>
                        <a:pt x="257" y="3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8" name="Google Shape;23092;p37">
              <a:extLst>
                <a:ext uri="{FF2B5EF4-FFF2-40B4-BE49-F238E27FC236}">
                  <a16:creationId xmlns:a16="http://schemas.microsoft.com/office/drawing/2014/main" id="{595BDFEC-8708-9C89-A831-FA82351EBBC2}"/>
                </a:ext>
              </a:extLst>
            </p:cNvPr>
            <p:cNvGrpSpPr/>
            <p:nvPr/>
          </p:nvGrpSpPr>
          <p:grpSpPr>
            <a:xfrm>
              <a:off x="7265266" y="3258209"/>
              <a:ext cx="214309" cy="180757"/>
              <a:chOff x="6527553" y="4240057"/>
              <a:chExt cx="261480" cy="220543"/>
            </a:xfrm>
          </p:grpSpPr>
          <p:sp>
            <p:nvSpPr>
              <p:cNvPr id="39" name="Google Shape;23093;p37">
                <a:extLst>
                  <a:ext uri="{FF2B5EF4-FFF2-40B4-BE49-F238E27FC236}">
                    <a16:creationId xmlns:a16="http://schemas.microsoft.com/office/drawing/2014/main" id="{74900755-46BF-6A35-FBE6-6DB2EAC46E35}"/>
                  </a:ext>
                </a:extLst>
              </p:cNvPr>
              <p:cNvSpPr/>
              <p:nvPr/>
            </p:nvSpPr>
            <p:spPr>
              <a:xfrm>
                <a:off x="6527553" y="4240092"/>
                <a:ext cx="261477" cy="220470"/>
              </a:xfrm>
              <a:custGeom>
                <a:avLst/>
                <a:gdLst/>
                <a:ahLst/>
                <a:cxnLst/>
                <a:rect l="l" t="t" r="r" b="b"/>
                <a:pathLst>
                  <a:path w="3743" h="3156" extrusionOk="0">
                    <a:moveTo>
                      <a:pt x="514" y="0"/>
                    </a:moveTo>
                    <a:lnTo>
                      <a:pt x="514" y="37"/>
                    </a:lnTo>
                    <a:lnTo>
                      <a:pt x="514" y="74"/>
                    </a:lnTo>
                    <a:lnTo>
                      <a:pt x="551" y="110"/>
                    </a:lnTo>
                    <a:lnTo>
                      <a:pt x="807" y="294"/>
                    </a:lnTo>
                    <a:lnTo>
                      <a:pt x="1028" y="514"/>
                    </a:lnTo>
                    <a:lnTo>
                      <a:pt x="1211" y="771"/>
                    </a:lnTo>
                    <a:lnTo>
                      <a:pt x="1321" y="954"/>
                    </a:lnTo>
                    <a:lnTo>
                      <a:pt x="1284" y="954"/>
                    </a:lnTo>
                    <a:lnTo>
                      <a:pt x="1064" y="771"/>
                    </a:lnTo>
                    <a:lnTo>
                      <a:pt x="807" y="587"/>
                    </a:lnTo>
                    <a:lnTo>
                      <a:pt x="551" y="440"/>
                    </a:lnTo>
                    <a:lnTo>
                      <a:pt x="294" y="294"/>
                    </a:lnTo>
                    <a:lnTo>
                      <a:pt x="110" y="110"/>
                    </a:lnTo>
                    <a:lnTo>
                      <a:pt x="74" y="74"/>
                    </a:lnTo>
                    <a:lnTo>
                      <a:pt x="37" y="74"/>
                    </a:lnTo>
                    <a:lnTo>
                      <a:pt x="0" y="110"/>
                    </a:lnTo>
                    <a:lnTo>
                      <a:pt x="0" y="147"/>
                    </a:lnTo>
                    <a:lnTo>
                      <a:pt x="37" y="184"/>
                    </a:lnTo>
                    <a:lnTo>
                      <a:pt x="110" y="330"/>
                    </a:lnTo>
                    <a:lnTo>
                      <a:pt x="220" y="477"/>
                    </a:lnTo>
                    <a:lnTo>
                      <a:pt x="330" y="624"/>
                    </a:lnTo>
                    <a:lnTo>
                      <a:pt x="624" y="844"/>
                    </a:lnTo>
                    <a:lnTo>
                      <a:pt x="807" y="954"/>
                    </a:lnTo>
                    <a:lnTo>
                      <a:pt x="1028" y="1028"/>
                    </a:lnTo>
                    <a:lnTo>
                      <a:pt x="1211" y="1101"/>
                    </a:lnTo>
                    <a:lnTo>
                      <a:pt x="1174" y="1101"/>
                    </a:lnTo>
                    <a:lnTo>
                      <a:pt x="1064" y="1138"/>
                    </a:lnTo>
                    <a:lnTo>
                      <a:pt x="697" y="1101"/>
                    </a:lnTo>
                    <a:lnTo>
                      <a:pt x="514" y="1028"/>
                    </a:lnTo>
                    <a:lnTo>
                      <a:pt x="367" y="954"/>
                    </a:lnTo>
                    <a:lnTo>
                      <a:pt x="147" y="844"/>
                    </a:lnTo>
                    <a:lnTo>
                      <a:pt x="110" y="807"/>
                    </a:lnTo>
                    <a:lnTo>
                      <a:pt x="74" y="844"/>
                    </a:lnTo>
                    <a:lnTo>
                      <a:pt x="74" y="881"/>
                    </a:lnTo>
                    <a:lnTo>
                      <a:pt x="74" y="917"/>
                    </a:lnTo>
                    <a:lnTo>
                      <a:pt x="184" y="1064"/>
                    </a:lnTo>
                    <a:lnTo>
                      <a:pt x="330" y="1174"/>
                    </a:lnTo>
                    <a:lnTo>
                      <a:pt x="440" y="1284"/>
                    </a:lnTo>
                    <a:lnTo>
                      <a:pt x="587" y="1358"/>
                    </a:lnTo>
                    <a:lnTo>
                      <a:pt x="734" y="1358"/>
                    </a:lnTo>
                    <a:lnTo>
                      <a:pt x="881" y="1394"/>
                    </a:lnTo>
                    <a:lnTo>
                      <a:pt x="991" y="1394"/>
                    </a:lnTo>
                    <a:lnTo>
                      <a:pt x="1064" y="1358"/>
                    </a:lnTo>
                    <a:lnTo>
                      <a:pt x="954" y="1505"/>
                    </a:lnTo>
                    <a:lnTo>
                      <a:pt x="881" y="1651"/>
                    </a:lnTo>
                    <a:lnTo>
                      <a:pt x="844" y="1725"/>
                    </a:lnTo>
                    <a:lnTo>
                      <a:pt x="844" y="1798"/>
                    </a:lnTo>
                    <a:lnTo>
                      <a:pt x="807" y="1835"/>
                    </a:lnTo>
                    <a:lnTo>
                      <a:pt x="771" y="2018"/>
                    </a:lnTo>
                    <a:lnTo>
                      <a:pt x="771" y="2165"/>
                    </a:lnTo>
                    <a:lnTo>
                      <a:pt x="807" y="2312"/>
                    </a:lnTo>
                    <a:lnTo>
                      <a:pt x="844" y="2422"/>
                    </a:lnTo>
                    <a:lnTo>
                      <a:pt x="917" y="2569"/>
                    </a:lnTo>
                    <a:lnTo>
                      <a:pt x="991" y="2679"/>
                    </a:lnTo>
                    <a:lnTo>
                      <a:pt x="1211" y="2862"/>
                    </a:lnTo>
                    <a:lnTo>
                      <a:pt x="1468" y="2972"/>
                    </a:lnTo>
                    <a:lnTo>
                      <a:pt x="1835" y="3082"/>
                    </a:lnTo>
                    <a:lnTo>
                      <a:pt x="2128" y="3119"/>
                    </a:lnTo>
                    <a:lnTo>
                      <a:pt x="2422" y="3156"/>
                    </a:lnTo>
                    <a:lnTo>
                      <a:pt x="2495" y="3156"/>
                    </a:lnTo>
                    <a:lnTo>
                      <a:pt x="2862" y="3119"/>
                    </a:lnTo>
                    <a:lnTo>
                      <a:pt x="3192" y="3082"/>
                    </a:lnTo>
                    <a:lnTo>
                      <a:pt x="3376" y="3046"/>
                    </a:lnTo>
                    <a:lnTo>
                      <a:pt x="3523" y="3009"/>
                    </a:lnTo>
                    <a:lnTo>
                      <a:pt x="3596" y="2935"/>
                    </a:lnTo>
                    <a:lnTo>
                      <a:pt x="3669" y="2899"/>
                    </a:lnTo>
                    <a:lnTo>
                      <a:pt x="3706" y="2825"/>
                    </a:lnTo>
                    <a:lnTo>
                      <a:pt x="3743" y="2642"/>
                    </a:lnTo>
                    <a:lnTo>
                      <a:pt x="3743" y="2348"/>
                    </a:lnTo>
                    <a:lnTo>
                      <a:pt x="3706" y="2275"/>
                    </a:lnTo>
                    <a:lnTo>
                      <a:pt x="3669" y="2018"/>
                    </a:lnTo>
                    <a:lnTo>
                      <a:pt x="3559" y="1615"/>
                    </a:lnTo>
                    <a:lnTo>
                      <a:pt x="3449" y="1321"/>
                    </a:lnTo>
                    <a:lnTo>
                      <a:pt x="3266" y="917"/>
                    </a:lnTo>
                    <a:lnTo>
                      <a:pt x="3119" y="661"/>
                    </a:lnTo>
                    <a:lnTo>
                      <a:pt x="2935" y="367"/>
                    </a:lnTo>
                    <a:lnTo>
                      <a:pt x="2752" y="184"/>
                    </a:lnTo>
                    <a:lnTo>
                      <a:pt x="2495" y="37"/>
                    </a:lnTo>
                    <a:lnTo>
                      <a:pt x="2275" y="0"/>
                    </a:lnTo>
                    <a:lnTo>
                      <a:pt x="2165" y="0"/>
                    </a:lnTo>
                    <a:lnTo>
                      <a:pt x="1945" y="74"/>
                    </a:lnTo>
                    <a:lnTo>
                      <a:pt x="1798" y="184"/>
                    </a:lnTo>
                    <a:lnTo>
                      <a:pt x="1651" y="294"/>
                    </a:lnTo>
                    <a:lnTo>
                      <a:pt x="1505" y="551"/>
                    </a:lnTo>
                    <a:lnTo>
                      <a:pt x="1505" y="697"/>
                    </a:lnTo>
                    <a:lnTo>
                      <a:pt x="1468" y="844"/>
                    </a:lnTo>
                    <a:lnTo>
                      <a:pt x="1431" y="734"/>
                    </a:lnTo>
                    <a:lnTo>
                      <a:pt x="1358" y="551"/>
                    </a:lnTo>
                    <a:lnTo>
                      <a:pt x="1211" y="367"/>
                    </a:lnTo>
                    <a:lnTo>
                      <a:pt x="1138" y="257"/>
                    </a:lnTo>
                    <a:lnTo>
                      <a:pt x="991" y="184"/>
                    </a:lnTo>
                    <a:lnTo>
                      <a:pt x="807" y="74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" name="Google Shape;23094;p37">
                <a:extLst>
                  <a:ext uri="{FF2B5EF4-FFF2-40B4-BE49-F238E27FC236}">
                    <a16:creationId xmlns:a16="http://schemas.microsoft.com/office/drawing/2014/main" id="{648D3850-AD6F-87CF-108E-77A5C58A09AB}"/>
                  </a:ext>
                </a:extLst>
              </p:cNvPr>
              <p:cNvGrpSpPr/>
              <p:nvPr/>
            </p:nvGrpSpPr>
            <p:grpSpPr>
              <a:xfrm>
                <a:off x="6527553" y="4240057"/>
                <a:ext cx="261480" cy="220543"/>
                <a:chOff x="5267233" y="3147670"/>
                <a:chExt cx="124586" cy="105081"/>
              </a:xfrm>
            </p:grpSpPr>
            <p:sp>
              <p:nvSpPr>
                <p:cNvPr id="41" name="Google Shape;23095;p37">
                  <a:extLst>
                    <a:ext uri="{FF2B5EF4-FFF2-40B4-BE49-F238E27FC236}">
                      <a16:creationId xmlns:a16="http://schemas.microsoft.com/office/drawing/2014/main" id="{5E0A5E66-6D2C-37E8-25AE-B5AC15DE34E2}"/>
                    </a:ext>
                  </a:extLst>
                </p:cNvPr>
                <p:cNvSpPr/>
                <p:nvPr/>
              </p:nvSpPr>
              <p:spPr>
                <a:xfrm>
                  <a:off x="5292862" y="3147670"/>
                  <a:ext cx="98956" cy="105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3" h="3157" extrusionOk="0">
                      <a:moveTo>
                        <a:pt x="1395" y="1"/>
                      </a:moveTo>
                      <a:lnTo>
                        <a:pt x="1175" y="74"/>
                      </a:lnTo>
                      <a:lnTo>
                        <a:pt x="1028" y="184"/>
                      </a:lnTo>
                      <a:lnTo>
                        <a:pt x="881" y="294"/>
                      </a:lnTo>
                      <a:lnTo>
                        <a:pt x="735" y="551"/>
                      </a:lnTo>
                      <a:lnTo>
                        <a:pt x="735" y="698"/>
                      </a:lnTo>
                      <a:lnTo>
                        <a:pt x="698" y="844"/>
                      </a:lnTo>
                      <a:lnTo>
                        <a:pt x="698" y="881"/>
                      </a:lnTo>
                      <a:lnTo>
                        <a:pt x="735" y="955"/>
                      </a:lnTo>
                      <a:lnTo>
                        <a:pt x="735" y="1028"/>
                      </a:lnTo>
                      <a:lnTo>
                        <a:pt x="735" y="1101"/>
                      </a:lnTo>
                      <a:lnTo>
                        <a:pt x="735" y="1138"/>
                      </a:lnTo>
                      <a:lnTo>
                        <a:pt x="735" y="1175"/>
                      </a:lnTo>
                      <a:lnTo>
                        <a:pt x="735" y="1211"/>
                      </a:lnTo>
                      <a:lnTo>
                        <a:pt x="624" y="1248"/>
                      </a:lnTo>
                      <a:lnTo>
                        <a:pt x="551" y="1248"/>
                      </a:lnTo>
                      <a:lnTo>
                        <a:pt x="294" y="1358"/>
                      </a:lnTo>
                      <a:lnTo>
                        <a:pt x="184" y="1505"/>
                      </a:lnTo>
                      <a:lnTo>
                        <a:pt x="111" y="1652"/>
                      </a:lnTo>
                      <a:lnTo>
                        <a:pt x="74" y="1725"/>
                      </a:lnTo>
                      <a:lnTo>
                        <a:pt x="74" y="1798"/>
                      </a:lnTo>
                      <a:lnTo>
                        <a:pt x="37" y="1835"/>
                      </a:lnTo>
                      <a:lnTo>
                        <a:pt x="1" y="2019"/>
                      </a:lnTo>
                      <a:lnTo>
                        <a:pt x="1" y="2165"/>
                      </a:lnTo>
                      <a:lnTo>
                        <a:pt x="37" y="2312"/>
                      </a:lnTo>
                      <a:lnTo>
                        <a:pt x="74" y="2422"/>
                      </a:lnTo>
                      <a:lnTo>
                        <a:pt x="147" y="2569"/>
                      </a:lnTo>
                      <a:lnTo>
                        <a:pt x="221" y="2679"/>
                      </a:lnTo>
                      <a:lnTo>
                        <a:pt x="441" y="2862"/>
                      </a:lnTo>
                      <a:lnTo>
                        <a:pt x="698" y="2973"/>
                      </a:lnTo>
                      <a:lnTo>
                        <a:pt x="1065" y="3083"/>
                      </a:lnTo>
                      <a:lnTo>
                        <a:pt x="1358" y="3119"/>
                      </a:lnTo>
                      <a:lnTo>
                        <a:pt x="1652" y="3156"/>
                      </a:lnTo>
                      <a:lnTo>
                        <a:pt x="2019" y="3119"/>
                      </a:lnTo>
                      <a:lnTo>
                        <a:pt x="2422" y="3083"/>
                      </a:lnTo>
                      <a:lnTo>
                        <a:pt x="2606" y="3046"/>
                      </a:lnTo>
                      <a:lnTo>
                        <a:pt x="2753" y="3009"/>
                      </a:lnTo>
                      <a:lnTo>
                        <a:pt x="2826" y="2936"/>
                      </a:lnTo>
                      <a:lnTo>
                        <a:pt x="2899" y="2899"/>
                      </a:lnTo>
                      <a:lnTo>
                        <a:pt x="2936" y="2826"/>
                      </a:lnTo>
                      <a:lnTo>
                        <a:pt x="2973" y="2642"/>
                      </a:lnTo>
                      <a:lnTo>
                        <a:pt x="2973" y="2349"/>
                      </a:lnTo>
                      <a:lnTo>
                        <a:pt x="2936" y="2275"/>
                      </a:lnTo>
                      <a:lnTo>
                        <a:pt x="2899" y="2019"/>
                      </a:lnTo>
                      <a:lnTo>
                        <a:pt x="2789" y="1615"/>
                      </a:lnTo>
                      <a:lnTo>
                        <a:pt x="2679" y="1321"/>
                      </a:lnTo>
                      <a:lnTo>
                        <a:pt x="2496" y="918"/>
                      </a:lnTo>
                      <a:lnTo>
                        <a:pt x="2349" y="661"/>
                      </a:lnTo>
                      <a:lnTo>
                        <a:pt x="2165" y="368"/>
                      </a:lnTo>
                      <a:lnTo>
                        <a:pt x="1982" y="184"/>
                      </a:lnTo>
                      <a:lnTo>
                        <a:pt x="1725" y="37"/>
                      </a:lnTo>
                      <a:lnTo>
                        <a:pt x="150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23096;p37">
                  <a:extLst>
                    <a:ext uri="{FF2B5EF4-FFF2-40B4-BE49-F238E27FC236}">
                      <a16:creationId xmlns:a16="http://schemas.microsoft.com/office/drawing/2014/main" id="{E1D8DC9C-9741-3AA9-2DE5-BB7D36CBE41B}"/>
                    </a:ext>
                  </a:extLst>
                </p:cNvPr>
                <p:cNvSpPr/>
                <p:nvPr/>
              </p:nvSpPr>
              <p:spPr>
                <a:xfrm>
                  <a:off x="5267233" y="3147670"/>
                  <a:ext cx="50094" cy="46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" h="1395" extrusionOk="0">
                      <a:moveTo>
                        <a:pt x="514" y="1"/>
                      </a:moveTo>
                      <a:lnTo>
                        <a:pt x="514" y="37"/>
                      </a:lnTo>
                      <a:lnTo>
                        <a:pt x="514" y="74"/>
                      </a:lnTo>
                      <a:lnTo>
                        <a:pt x="551" y="111"/>
                      </a:lnTo>
                      <a:lnTo>
                        <a:pt x="807" y="294"/>
                      </a:lnTo>
                      <a:lnTo>
                        <a:pt x="1028" y="514"/>
                      </a:lnTo>
                      <a:lnTo>
                        <a:pt x="1211" y="771"/>
                      </a:lnTo>
                      <a:lnTo>
                        <a:pt x="1321" y="955"/>
                      </a:lnTo>
                      <a:lnTo>
                        <a:pt x="1284" y="955"/>
                      </a:lnTo>
                      <a:lnTo>
                        <a:pt x="1064" y="771"/>
                      </a:lnTo>
                      <a:lnTo>
                        <a:pt x="807" y="588"/>
                      </a:lnTo>
                      <a:lnTo>
                        <a:pt x="551" y="441"/>
                      </a:lnTo>
                      <a:lnTo>
                        <a:pt x="294" y="294"/>
                      </a:lnTo>
                      <a:lnTo>
                        <a:pt x="110" y="111"/>
                      </a:lnTo>
                      <a:lnTo>
                        <a:pt x="74" y="74"/>
                      </a:lnTo>
                      <a:lnTo>
                        <a:pt x="37" y="74"/>
                      </a:lnTo>
                      <a:lnTo>
                        <a:pt x="0" y="111"/>
                      </a:lnTo>
                      <a:lnTo>
                        <a:pt x="0" y="147"/>
                      </a:lnTo>
                      <a:lnTo>
                        <a:pt x="37" y="184"/>
                      </a:lnTo>
                      <a:lnTo>
                        <a:pt x="110" y="331"/>
                      </a:lnTo>
                      <a:lnTo>
                        <a:pt x="220" y="478"/>
                      </a:lnTo>
                      <a:lnTo>
                        <a:pt x="330" y="624"/>
                      </a:lnTo>
                      <a:lnTo>
                        <a:pt x="624" y="844"/>
                      </a:lnTo>
                      <a:lnTo>
                        <a:pt x="807" y="955"/>
                      </a:lnTo>
                      <a:lnTo>
                        <a:pt x="1028" y="1028"/>
                      </a:lnTo>
                      <a:lnTo>
                        <a:pt x="1211" y="1101"/>
                      </a:lnTo>
                      <a:lnTo>
                        <a:pt x="1174" y="1101"/>
                      </a:lnTo>
                      <a:lnTo>
                        <a:pt x="1064" y="1138"/>
                      </a:lnTo>
                      <a:lnTo>
                        <a:pt x="697" y="1101"/>
                      </a:lnTo>
                      <a:lnTo>
                        <a:pt x="514" y="1028"/>
                      </a:lnTo>
                      <a:lnTo>
                        <a:pt x="367" y="955"/>
                      </a:lnTo>
                      <a:lnTo>
                        <a:pt x="147" y="844"/>
                      </a:lnTo>
                      <a:lnTo>
                        <a:pt x="110" y="808"/>
                      </a:lnTo>
                      <a:lnTo>
                        <a:pt x="74" y="844"/>
                      </a:lnTo>
                      <a:lnTo>
                        <a:pt x="74" y="881"/>
                      </a:lnTo>
                      <a:lnTo>
                        <a:pt x="74" y="918"/>
                      </a:lnTo>
                      <a:lnTo>
                        <a:pt x="184" y="1065"/>
                      </a:lnTo>
                      <a:lnTo>
                        <a:pt x="330" y="1175"/>
                      </a:lnTo>
                      <a:lnTo>
                        <a:pt x="440" y="1285"/>
                      </a:lnTo>
                      <a:lnTo>
                        <a:pt x="587" y="1358"/>
                      </a:lnTo>
                      <a:lnTo>
                        <a:pt x="807" y="1395"/>
                      </a:lnTo>
                      <a:lnTo>
                        <a:pt x="991" y="1395"/>
                      </a:lnTo>
                      <a:lnTo>
                        <a:pt x="1064" y="1358"/>
                      </a:lnTo>
                      <a:lnTo>
                        <a:pt x="1321" y="1248"/>
                      </a:lnTo>
                      <a:lnTo>
                        <a:pt x="1394" y="1248"/>
                      </a:lnTo>
                      <a:lnTo>
                        <a:pt x="1505" y="1211"/>
                      </a:lnTo>
                      <a:lnTo>
                        <a:pt x="1505" y="1175"/>
                      </a:lnTo>
                      <a:lnTo>
                        <a:pt x="1505" y="1138"/>
                      </a:lnTo>
                      <a:lnTo>
                        <a:pt x="1505" y="1101"/>
                      </a:lnTo>
                      <a:lnTo>
                        <a:pt x="1505" y="1028"/>
                      </a:lnTo>
                      <a:lnTo>
                        <a:pt x="1505" y="955"/>
                      </a:lnTo>
                      <a:lnTo>
                        <a:pt x="1468" y="881"/>
                      </a:lnTo>
                      <a:lnTo>
                        <a:pt x="1468" y="844"/>
                      </a:lnTo>
                      <a:lnTo>
                        <a:pt x="1431" y="734"/>
                      </a:lnTo>
                      <a:lnTo>
                        <a:pt x="1358" y="551"/>
                      </a:lnTo>
                      <a:lnTo>
                        <a:pt x="1211" y="368"/>
                      </a:lnTo>
                      <a:lnTo>
                        <a:pt x="1138" y="257"/>
                      </a:lnTo>
                      <a:lnTo>
                        <a:pt x="991" y="184"/>
                      </a:lnTo>
                      <a:lnTo>
                        <a:pt x="807" y="74"/>
                      </a:lnTo>
                      <a:lnTo>
                        <a:pt x="5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23097;p37">
                  <a:extLst>
                    <a:ext uri="{FF2B5EF4-FFF2-40B4-BE49-F238E27FC236}">
                      <a16:creationId xmlns:a16="http://schemas.microsoft.com/office/drawing/2014/main" id="{2288E4A0-8401-414F-3F69-BA5D3374FCEF}"/>
                    </a:ext>
                  </a:extLst>
                </p:cNvPr>
                <p:cNvSpPr/>
                <p:nvPr/>
              </p:nvSpPr>
              <p:spPr>
                <a:xfrm>
                  <a:off x="5319723" y="3181853"/>
                  <a:ext cx="59880" cy="5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9" h="1506" extrusionOk="0">
                      <a:moveTo>
                        <a:pt x="331" y="221"/>
                      </a:moveTo>
                      <a:lnTo>
                        <a:pt x="404" y="258"/>
                      </a:lnTo>
                      <a:lnTo>
                        <a:pt x="625" y="405"/>
                      </a:lnTo>
                      <a:lnTo>
                        <a:pt x="845" y="588"/>
                      </a:lnTo>
                      <a:lnTo>
                        <a:pt x="1138" y="845"/>
                      </a:lnTo>
                      <a:lnTo>
                        <a:pt x="1432" y="1138"/>
                      </a:lnTo>
                      <a:lnTo>
                        <a:pt x="1469" y="1212"/>
                      </a:lnTo>
                      <a:lnTo>
                        <a:pt x="1469" y="1248"/>
                      </a:lnTo>
                      <a:lnTo>
                        <a:pt x="1432" y="1248"/>
                      </a:lnTo>
                      <a:lnTo>
                        <a:pt x="1322" y="1212"/>
                      </a:lnTo>
                      <a:lnTo>
                        <a:pt x="1065" y="1102"/>
                      </a:lnTo>
                      <a:lnTo>
                        <a:pt x="735" y="918"/>
                      </a:lnTo>
                      <a:lnTo>
                        <a:pt x="441" y="698"/>
                      </a:lnTo>
                      <a:lnTo>
                        <a:pt x="331" y="625"/>
                      </a:lnTo>
                      <a:lnTo>
                        <a:pt x="258" y="515"/>
                      </a:lnTo>
                      <a:lnTo>
                        <a:pt x="221" y="441"/>
                      </a:lnTo>
                      <a:lnTo>
                        <a:pt x="221" y="331"/>
                      </a:lnTo>
                      <a:lnTo>
                        <a:pt x="221" y="294"/>
                      </a:lnTo>
                      <a:lnTo>
                        <a:pt x="258" y="258"/>
                      </a:lnTo>
                      <a:lnTo>
                        <a:pt x="331" y="221"/>
                      </a:lnTo>
                      <a:close/>
                      <a:moveTo>
                        <a:pt x="331" y="1"/>
                      </a:moveTo>
                      <a:lnTo>
                        <a:pt x="258" y="38"/>
                      </a:lnTo>
                      <a:lnTo>
                        <a:pt x="221" y="38"/>
                      </a:lnTo>
                      <a:lnTo>
                        <a:pt x="184" y="74"/>
                      </a:lnTo>
                      <a:lnTo>
                        <a:pt x="184" y="184"/>
                      </a:lnTo>
                      <a:lnTo>
                        <a:pt x="148" y="184"/>
                      </a:lnTo>
                      <a:lnTo>
                        <a:pt x="148" y="221"/>
                      </a:lnTo>
                      <a:lnTo>
                        <a:pt x="74" y="258"/>
                      </a:lnTo>
                      <a:lnTo>
                        <a:pt x="38" y="294"/>
                      </a:lnTo>
                      <a:lnTo>
                        <a:pt x="1" y="441"/>
                      </a:lnTo>
                      <a:lnTo>
                        <a:pt x="1" y="551"/>
                      </a:lnTo>
                      <a:lnTo>
                        <a:pt x="74" y="661"/>
                      </a:lnTo>
                      <a:lnTo>
                        <a:pt x="221" y="808"/>
                      </a:lnTo>
                      <a:lnTo>
                        <a:pt x="368" y="955"/>
                      </a:lnTo>
                      <a:lnTo>
                        <a:pt x="661" y="1102"/>
                      </a:lnTo>
                      <a:lnTo>
                        <a:pt x="1028" y="1248"/>
                      </a:lnTo>
                      <a:lnTo>
                        <a:pt x="1358" y="1395"/>
                      </a:lnTo>
                      <a:lnTo>
                        <a:pt x="1579" y="1469"/>
                      </a:lnTo>
                      <a:lnTo>
                        <a:pt x="1689" y="1505"/>
                      </a:lnTo>
                      <a:lnTo>
                        <a:pt x="1799" y="1505"/>
                      </a:lnTo>
                      <a:lnTo>
                        <a:pt x="1799" y="1395"/>
                      </a:lnTo>
                      <a:lnTo>
                        <a:pt x="1689" y="1248"/>
                      </a:lnTo>
                      <a:lnTo>
                        <a:pt x="1469" y="882"/>
                      </a:lnTo>
                      <a:lnTo>
                        <a:pt x="1248" y="625"/>
                      </a:lnTo>
                      <a:lnTo>
                        <a:pt x="1028" y="405"/>
                      </a:lnTo>
                      <a:lnTo>
                        <a:pt x="881" y="258"/>
                      </a:lnTo>
                      <a:lnTo>
                        <a:pt x="735" y="148"/>
                      </a:lnTo>
                      <a:lnTo>
                        <a:pt x="4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23098;p37">
                  <a:extLst>
                    <a:ext uri="{FF2B5EF4-FFF2-40B4-BE49-F238E27FC236}">
                      <a16:creationId xmlns:a16="http://schemas.microsoft.com/office/drawing/2014/main" id="{935ADA32-7756-CCE6-7466-3355F656FB62}"/>
                    </a:ext>
                  </a:extLst>
                </p:cNvPr>
                <p:cNvSpPr/>
                <p:nvPr/>
              </p:nvSpPr>
              <p:spPr>
                <a:xfrm>
                  <a:off x="5307507" y="3213607"/>
                  <a:ext cx="13480" cy="15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478" extrusionOk="0">
                      <a:moveTo>
                        <a:pt x="405" y="1"/>
                      </a:moveTo>
                      <a:lnTo>
                        <a:pt x="331" y="38"/>
                      </a:lnTo>
                      <a:lnTo>
                        <a:pt x="258" y="148"/>
                      </a:lnTo>
                      <a:lnTo>
                        <a:pt x="38" y="441"/>
                      </a:lnTo>
                      <a:lnTo>
                        <a:pt x="1" y="478"/>
                      </a:lnTo>
                      <a:lnTo>
                        <a:pt x="74" y="478"/>
                      </a:lnTo>
                      <a:lnTo>
                        <a:pt x="74" y="441"/>
                      </a:lnTo>
                      <a:lnTo>
                        <a:pt x="148" y="405"/>
                      </a:lnTo>
                      <a:lnTo>
                        <a:pt x="405" y="74"/>
                      </a:lnTo>
                      <a:lnTo>
                        <a:pt x="405" y="38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23099;p37">
                  <a:extLst>
                    <a:ext uri="{FF2B5EF4-FFF2-40B4-BE49-F238E27FC236}">
                      <a16:creationId xmlns:a16="http://schemas.microsoft.com/office/drawing/2014/main" id="{8F88551C-1EE0-BC9B-942C-76B10B19AFA6}"/>
                    </a:ext>
                  </a:extLst>
                </p:cNvPr>
                <p:cNvSpPr/>
                <p:nvPr/>
              </p:nvSpPr>
              <p:spPr>
                <a:xfrm>
                  <a:off x="5333170" y="3156224"/>
                  <a:ext cx="6124" cy="15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478" extrusionOk="0">
                      <a:moveTo>
                        <a:pt x="147" y="0"/>
                      </a:moveTo>
                      <a:lnTo>
                        <a:pt x="111" y="74"/>
                      </a:lnTo>
                      <a:lnTo>
                        <a:pt x="74" y="221"/>
                      </a:lnTo>
                      <a:lnTo>
                        <a:pt x="0" y="441"/>
                      </a:lnTo>
                      <a:lnTo>
                        <a:pt x="0" y="477"/>
                      </a:lnTo>
                      <a:lnTo>
                        <a:pt x="37" y="477"/>
                      </a:lnTo>
                      <a:lnTo>
                        <a:pt x="74" y="441"/>
                      </a:lnTo>
                      <a:lnTo>
                        <a:pt x="111" y="294"/>
                      </a:lnTo>
                      <a:lnTo>
                        <a:pt x="184" y="74"/>
                      </a:lnTo>
                      <a:lnTo>
                        <a:pt x="184" y="37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23100;p37">
                  <a:extLst>
                    <a:ext uri="{FF2B5EF4-FFF2-40B4-BE49-F238E27FC236}">
                      <a16:creationId xmlns:a16="http://schemas.microsoft.com/office/drawing/2014/main" id="{5DEF0D2E-69A5-D877-FC56-625507CDFB5A}"/>
                    </a:ext>
                  </a:extLst>
                </p:cNvPr>
                <p:cNvSpPr/>
                <p:nvPr/>
              </p:nvSpPr>
              <p:spPr>
                <a:xfrm>
                  <a:off x="5325847" y="3219731"/>
                  <a:ext cx="7356" cy="18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551" extrusionOk="0">
                      <a:moveTo>
                        <a:pt x="184" y="0"/>
                      </a:moveTo>
                      <a:lnTo>
                        <a:pt x="184" y="37"/>
                      </a:lnTo>
                      <a:lnTo>
                        <a:pt x="147" y="110"/>
                      </a:lnTo>
                      <a:lnTo>
                        <a:pt x="74" y="257"/>
                      </a:lnTo>
                      <a:lnTo>
                        <a:pt x="37" y="441"/>
                      </a:lnTo>
                      <a:lnTo>
                        <a:pt x="0" y="514"/>
                      </a:lnTo>
                      <a:lnTo>
                        <a:pt x="37" y="551"/>
                      </a:lnTo>
                      <a:lnTo>
                        <a:pt x="37" y="514"/>
                      </a:lnTo>
                      <a:lnTo>
                        <a:pt x="74" y="441"/>
                      </a:lnTo>
                      <a:lnTo>
                        <a:pt x="184" y="221"/>
                      </a:lnTo>
                      <a:lnTo>
                        <a:pt x="220" y="74"/>
                      </a:lnTo>
                      <a:lnTo>
                        <a:pt x="2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23101;p37">
                  <a:extLst>
                    <a:ext uri="{FF2B5EF4-FFF2-40B4-BE49-F238E27FC236}">
                      <a16:creationId xmlns:a16="http://schemas.microsoft.com/office/drawing/2014/main" id="{830529E5-3740-897B-671D-669F57516615}"/>
                    </a:ext>
                  </a:extLst>
                </p:cNvPr>
                <p:cNvSpPr/>
                <p:nvPr/>
              </p:nvSpPr>
              <p:spPr>
                <a:xfrm>
                  <a:off x="5339261" y="3222161"/>
                  <a:ext cx="2496" cy="18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552" extrusionOk="0">
                      <a:moveTo>
                        <a:pt x="38" y="1"/>
                      </a:moveTo>
                      <a:lnTo>
                        <a:pt x="38" y="37"/>
                      </a:lnTo>
                      <a:lnTo>
                        <a:pt x="1" y="368"/>
                      </a:lnTo>
                      <a:lnTo>
                        <a:pt x="1" y="441"/>
                      </a:lnTo>
                      <a:lnTo>
                        <a:pt x="1" y="514"/>
                      </a:lnTo>
                      <a:lnTo>
                        <a:pt x="1" y="551"/>
                      </a:lnTo>
                      <a:lnTo>
                        <a:pt x="38" y="514"/>
                      </a:lnTo>
                      <a:lnTo>
                        <a:pt x="38" y="478"/>
                      </a:lnTo>
                      <a:lnTo>
                        <a:pt x="74" y="368"/>
                      </a:lnTo>
                      <a:lnTo>
                        <a:pt x="74" y="148"/>
                      </a:lnTo>
                      <a:lnTo>
                        <a:pt x="74" y="74"/>
                      </a:lnTo>
                      <a:lnTo>
                        <a:pt x="74" y="37"/>
                      </a:lnTo>
                      <a:lnTo>
                        <a:pt x="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23102;p37">
                  <a:extLst>
                    <a:ext uri="{FF2B5EF4-FFF2-40B4-BE49-F238E27FC236}">
                      <a16:creationId xmlns:a16="http://schemas.microsoft.com/office/drawing/2014/main" id="{104FCDF3-18DB-AE37-4090-A6AA7A8589DD}"/>
                    </a:ext>
                  </a:extLst>
                </p:cNvPr>
                <p:cNvSpPr/>
                <p:nvPr/>
              </p:nvSpPr>
              <p:spPr>
                <a:xfrm>
                  <a:off x="5346617" y="3167208"/>
                  <a:ext cx="9786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368" extrusionOk="0">
                      <a:moveTo>
                        <a:pt x="220" y="1"/>
                      </a:moveTo>
                      <a:lnTo>
                        <a:pt x="37" y="257"/>
                      </a:lnTo>
                      <a:lnTo>
                        <a:pt x="0" y="331"/>
                      </a:lnTo>
                      <a:lnTo>
                        <a:pt x="0" y="368"/>
                      </a:lnTo>
                      <a:lnTo>
                        <a:pt x="37" y="368"/>
                      </a:lnTo>
                      <a:lnTo>
                        <a:pt x="110" y="294"/>
                      </a:lnTo>
                      <a:lnTo>
                        <a:pt x="257" y="111"/>
                      </a:lnTo>
                      <a:lnTo>
                        <a:pt x="294" y="37"/>
                      </a:lnTo>
                      <a:lnTo>
                        <a:pt x="2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23103;p37">
                  <a:extLst>
                    <a:ext uri="{FF2B5EF4-FFF2-40B4-BE49-F238E27FC236}">
                      <a16:creationId xmlns:a16="http://schemas.microsoft.com/office/drawing/2014/main" id="{0C51B5FE-D19A-027F-06D9-5537096EF72C}"/>
                    </a:ext>
                  </a:extLst>
                </p:cNvPr>
                <p:cNvSpPr/>
                <p:nvPr/>
              </p:nvSpPr>
              <p:spPr>
                <a:xfrm>
                  <a:off x="5355138" y="3179423"/>
                  <a:ext cx="11051" cy="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58" extrusionOk="0">
                      <a:moveTo>
                        <a:pt x="294" y="1"/>
                      </a:moveTo>
                      <a:lnTo>
                        <a:pt x="221" y="74"/>
                      </a:lnTo>
                      <a:lnTo>
                        <a:pt x="38" y="184"/>
                      </a:lnTo>
                      <a:lnTo>
                        <a:pt x="1" y="221"/>
                      </a:lnTo>
                      <a:lnTo>
                        <a:pt x="38" y="257"/>
                      </a:lnTo>
                      <a:lnTo>
                        <a:pt x="111" y="221"/>
                      </a:lnTo>
                      <a:lnTo>
                        <a:pt x="331" y="74"/>
                      </a:lnTo>
                      <a:lnTo>
                        <a:pt x="331" y="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23104;p37">
                  <a:extLst>
                    <a:ext uri="{FF2B5EF4-FFF2-40B4-BE49-F238E27FC236}">
                      <a16:creationId xmlns:a16="http://schemas.microsoft.com/office/drawing/2014/main" id="{F76F841E-3115-2404-0E6C-B0D6DBF50452}"/>
                    </a:ext>
                  </a:extLst>
                </p:cNvPr>
                <p:cNvSpPr/>
                <p:nvPr/>
              </p:nvSpPr>
              <p:spPr>
                <a:xfrm>
                  <a:off x="5302648" y="3205086"/>
                  <a:ext cx="9786" cy="8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57" extrusionOk="0">
                      <a:moveTo>
                        <a:pt x="294" y="0"/>
                      </a:moveTo>
                      <a:lnTo>
                        <a:pt x="257" y="37"/>
                      </a:lnTo>
                      <a:lnTo>
                        <a:pt x="0" y="220"/>
                      </a:lnTo>
                      <a:lnTo>
                        <a:pt x="0" y="257"/>
                      </a:lnTo>
                      <a:lnTo>
                        <a:pt x="74" y="220"/>
                      </a:lnTo>
                      <a:lnTo>
                        <a:pt x="257" y="110"/>
                      </a:lnTo>
                      <a:lnTo>
                        <a:pt x="294" y="73"/>
                      </a:lnTo>
                      <a:lnTo>
                        <a:pt x="294" y="37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23105;p37">
                  <a:extLst>
                    <a:ext uri="{FF2B5EF4-FFF2-40B4-BE49-F238E27FC236}">
                      <a16:creationId xmlns:a16="http://schemas.microsoft.com/office/drawing/2014/main" id="{B62EB9F8-BD23-F7B1-E611-8DC73A87AFCB}"/>
                    </a:ext>
                  </a:extLst>
                </p:cNvPr>
                <p:cNvSpPr/>
                <p:nvPr/>
              </p:nvSpPr>
              <p:spPr>
                <a:xfrm>
                  <a:off x="5364924" y="3194069"/>
                  <a:ext cx="9786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148" extrusionOk="0">
                      <a:moveTo>
                        <a:pt x="257" y="1"/>
                      </a:moveTo>
                      <a:lnTo>
                        <a:pt x="147" y="38"/>
                      </a:lnTo>
                      <a:lnTo>
                        <a:pt x="37" y="74"/>
                      </a:lnTo>
                      <a:lnTo>
                        <a:pt x="0" y="74"/>
                      </a:lnTo>
                      <a:lnTo>
                        <a:pt x="0" y="111"/>
                      </a:lnTo>
                      <a:lnTo>
                        <a:pt x="37" y="148"/>
                      </a:lnTo>
                      <a:lnTo>
                        <a:pt x="74" y="111"/>
                      </a:lnTo>
                      <a:lnTo>
                        <a:pt x="257" y="74"/>
                      </a:lnTo>
                      <a:lnTo>
                        <a:pt x="294" y="38"/>
                      </a:lnTo>
                      <a:lnTo>
                        <a:pt x="2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23106;p37">
                  <a:extLst>
                    <a:ext uri="{FF2B5EF4-FFF2-40B4-BE49-F238E27FC236}">
                      <a16:creationId xmlns:a16="http://schemas.microsoft.com/office/drawing/2014/main" id="{E420CD29-45E7-8FE8-B644-F8D44306A82A}"/>
                    </a:ext>
                  </a:extLst>
                </p:cNvPr>
                <p:cNvSpPr/>
                <p:nvPr/>
              </p:nvSpPr>
              <p:spPr>
                <a:xfrm>
                  <a:off x="5352708" y="3228286"/>
                  <a:ext cx="2463" cy="1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404" extrusionOk="0">
                      <a:moveTo>
                        <a:pt x="37" y="0"/>
                      </a:moveTo>
                      <a:lnTo>
                        <a:pt x="1" y="37"/>
                      </a:lnTo>
                      <a:lnTo>
                        <a:pt x="1" y="330"/>
                      </a:lnTo>
                      <a:lnTo>
                        <a:pt x="1" y="367"/>
                      </a:lnTo>
                      <a:lnTo>
                        <a:pt x="37" y="404"/>
                      </a:lnTo>
                      <a:lnTo>
                        <a:pt x="74" y="367"/>
                      </a:lnTo>
                      <a:lnTo>
                        <a:pt x="74" y="330"/>
                      </a:lnTo>
                      <a:lnTo>
                        <a:pt x="74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23107;p37">
                  <a:extLst>
                    <a:ext uri="{FF2B5EF4-FFF2-40B4-BE49-F238E27FC236}">
                      <a16:creationId xmlns:a16="http://schemas.microsoft.com/office/drawing/2014/main" id="{07F659F7-C241-ABBE-F3E0-6C8C217EB995}"/>
                    </a:ext>
                  </a:extLst>
                </p:cNvPr>
                <p:cNvSpPr/>
                <p:nvPr/>
              </p:nvSpPr>
              <p:spPr>
                <a:xfrm>
                  <a:off x="5366155" y="3234377"/>
                  <a:ext cx="3695" cy="9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295" extrusionOk="0">
                      <a:moveTo>
                        <a:pt x="37" y="1"/>
                      </a:moveTo>
                      <a:lnTo>
                        <a:pt x="0" y="37"/>
                      </a:lnTo>
                      <a:lnTo>
                        <a:pt x="37" y="37"/>
                      </a:lnTo>
                      <a:lnTo>
                        <a:pt x="37" y="257"/>
                      </a:lnTo>
                      <a:lnTo>
                        <a:pt x="37" y="294"/>
                      </a:lnTo>
                      <a:lnTo>
                        <a:pt x="74" y="294"/>
                      </a:lnTo>
                      <a:lnTo>
                        <a:pt x="110" y="257"/>
                      </a:lnTo>
                      <a:lnTo>
                        <a:pt x="74" y="147"/>
                      </a:lnTo>
                      <a:lnTo>
                        <a:pt x="74" y="3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23108;p37">
                  <a:extLst>
                    <a:ext uri="{FF2B5EF4-FFF2-40B4-BE49-F238E27FC236}">
                      <a16:creationId xmlns:a16="http://schemas.microsoft.com/office/drawing/2014/main" id="{8000BAA5-E54D-EE1A-7794-467E50E731C2}"/>
                    </a:ext>
                  </a:extLst>
                </p:cNvPr>
                <p:cNvSpPr/>
                <p:nvPr/>
              </p:nvSpPr>
              <p:spPr>
                <a:xfrm>
                  <a:off x="5371015" y="3207516"/>
                  <a:ext cx="8588" cy="2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74" extrusionOk="0">
                      <a:moveTo>
                        <a:pt x="38" y="0"/>
                      </a:moveTo>
                      <a:lnTo>
                        <a:pt x="1" y="37"/>
                      </a:lnTo>
                      <a:lnTo>
                        <a:pt x="38" y="74"/>
                      </a:lnTo>
                      <a:lnTo>
                        <a:pt x="258" y="37"/>
                      </a:lnTo>
                      <a:lnTo>
                        <a:pt x="25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23109;p37">
                  <a:extLst>
                    <a:ext uri="{FF2B5EF4-FFF2-40B4-BE49-F238E27FC236}">
                      <a16:creationId xmlns:a16="http://schemas.microsoft.com/office/drawing/2014/main" id="{6DEF2F7C-3B10-07EB-5088-9B37C5E7493E}"/>
                    </a:ext>
                  </a:extLst>
                </p:cNvPr>
                <p:cNvSpPr/>
                <p:nvPr/>
              </p:nvSpPr>
              <p:spPr>
                <a:xfrm>
                  <a:off x="5382032" y="3235608"/>
                  <a:ext cx="3695" cy="7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221" extrusionOk="0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74" y="184"/>
                      </a:lnTo>
                      <a:lnTo>
                        <a:pt x="74" y="220"/>
                      </a:lnTo>
                      <a:lnTo>
                        <a:pt x="110" y="220"/>
                      </a:lnTo>
                      <a:lnTo>
                        <a:pt x="110" y="184"/>
                      </a:lnTo>
                      <a:lnTo>
                        <a:pt x="37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23110;p37">
                  <a:extLst>
                    <a:ext uri="{FF2B5EF4-FFF2-40B4-BE49-F238E27FC236}">
                      <a16:creationId xmlns:a16="http://schemas.microsoft.com/office/drawing/2014/main" id="{A2C85362-3CC0-A9BC-29C7-A78D162127B9}"/>
                    </a:ext>
                  </a:extLst>
                </p:cNvPr>
                <p:cNvSpPr/>
                <p:nvPr/>
              </p:nvSpPr>
              <p:spPr>
                <a:xfrm>
                  <a:off x="5316062" y="3176994"/>
                  <a:ext cx="33" cy="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23111;p37">
                  <a:extLst>
                    <a:ext uri="{FF2B5EF4-FFF2-40B4-BE49-F238E27FC236}">
                      <a16:creationId xmlns:a16="http://schemas.microsoft.com/office/drawing/2014/main" id="{E36702DE-E439-72B8-D3F3-0891E640A831}"/>
                    </a:ext>
                  </a:extLst>
                </p:cNvPr>
                <p:cNvSpPr/>
                <p:nvPr/>
              </p:nvSpPr>
              <p:spPr>
                <a:xfrm>
                  <a:off x="5311202" y="3179423"/>
                  <a:ext cx="33" cy="1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8" extrusionOk="0">
                      <a:moveTo>
                        <a:pt x="0" y="1"/>
                      </a:moveTo>
                      <a:lnTo>
                        <a:pt x="0" y="37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23112;p37">
                  <a:extLst>
                    <a:ext uri="{FF2B5EF4-FFF2-40B4-BE49-F238E27FC236}">
                      <a16:creationId xmlns:a16="http://schemas.microsoft.com/office/drawing/2014/main" id="{25952F83-A7FB-0AF5-C23D-0D2D0DCC3A71}"/>
                    </a:ext>
                  </a:extLst>
                </p:cNvPr>
                <p:cNvSpPr/>
                <p:nvPr/>
              </p:nvSpPr>
              <p:spPr>
                <a:xfrm>
                  <a:off x="5327079" y="3189209"/>
                  <a:ext cx="41540" cy="34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" h="1028" extrusionOk="0">
                      <a:moveTo>
                        <a:pt x="110" y="0"/>
                      </a:moveTo>
                      <a:lnTo>
                        <a:pt x="37" y="37"/>
                      </a:lnTo>
                      <a:lnTo>
                        <a:pt x="0" y="73"/>
                      </a:lnTo>
                      <a:lnTo>
                        <a:pt x="0" y="110"/>
                      </a:lnTo>
                      <a:lnTo>
                        <a:pt x="0" y="220"/>
                      </a:lnTo>
                      <a:lnTo>
                        <a:pt x="37" y="294"/>
                      </a:lnTo>
                      <a:lnTo>
                        <a:pt x="110" y="404"/>
                      </a:lnTo>
                      <a:lnTo>
                        <a:pt x="220" y="477"/>
                      </a:lnTo>
                      <a:lnTo>
                        <a:pt x="514" y="697"/>
                      </a:lnTo>
                      <a:lnTo>
                        <a:pt x="844" y="881"/>
                      </a:lnTo>
                      <a:lnTo>
                        <a:pt x="1101" y="991"/>
                      </a:lnTo>
                      <a:lnTo>
                        <a:pt x="1211" y="1027"/>
                      </a:lnTo>
                      <a:lnTo>
                        <a:pt x="1248" y="1027"/>
                      </a:lnTo>
                      <a:lnTo>
                        <a:pt x="1248" y="991"/>
                      </a:lnTo>
                      <a:lnTo>
                        <a:pt x="1211" y="917"/>
                      </a:lnTo>
                      <a:lnTo>
                        <a:pt x="917" y="624"/>
                      </a:lnTo>
                      <a:lnTo>
                        <a:pt x="624" y="367"/>
                      </a:lnTo>
                      <a:lnTo>
                        <a:pt x="404" y="184"/>
                      </a:lnTo>
                      <a:lnTo>
                        <a:pt x="183" y="3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9" name="Google Shape;23113;p37">
              <a:extLst>
                <a:ext uri="{FF2B5EF4-FFF2-40B4-BE49-F238E27FC236}">
                  <a16:creationId xmlns:a16="http://schemas.microsoft.com/office/drawing/2014/main" id="{ACEEB2B0-EFAD-2C58-DFD5-1349F33FAF1C}"/>
                </a:ext>
              </a:extLst>
            </p:cNvPr>
            <p:cNvGrpSpPr/>
            <p:nvPr/>
          </p:nvGrpSpPr>
          <p:grpSpPr>
            <a:xfrm rot="-3600012">
              <a:off x="6378589" y="2787282"/>
              <a:ext cx="132377" cy="512674"/>
              <a:chOff x="6030302" y="3963243"/>
              <a:chExt cx="161513" cy="625514"/>
            </a:xfrm>
          </p:grpSpPr>
          <p:sp>
            <p:nvSpPr>
              <p:cNvPr id="60" name="Google Shape;23114;p37">
                <a:extLst>
                  <a:ext uri="{FF2B5EF4-FFF2-40B4-BE49-F238E27FC236}">
                    <a16:creationId xmlns:a16="http://schemas.microsoft.com/office/drawing/2014/main" id="{C118BF8A-3E1B-7CE1-12AD-91A6FD54F25B}"/>
                  </a:ext>
                </a:extLst>
              </p:cNvPr>
              <p:cNvSpPr/>
              <p:nvPr/>
            </p:nvSpPr>
            <p:spPr>
              <a:xfrm>
                <a:off x="6030302" y="3963243"/>
                <a:ext cx="161511" cy="62550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8954" extrusionOk="0">
                    <a:moveTo>
                      <a:pt x="440" y="1"/>
                    </a:moveTo>
                    <a:lnTo>
                      <a:pt x="404" y="37"/>
                    </a:lnTo>
                    <a:lnTo>
                      <a:pt x="404" y="74"/>
                    </a:lnTo>
                    <a:lnTo>
                      <a:pt x="404" y="147"/>
                    </a:lnTo>
                    <a:lnTo>
                      <a:pt x="404" y="257"/>
                    </a:lnTo>
                    <a:lnTo>
                      <a:pt x="404" y="367"/>
                    </a:lnTo>
                    <a:lnTo>
                      <a:pt x="294" y="331"/>
                    </a:lnTo>
                    <a:lnTo>
                      <a:pt x="220" y="294"/>
                    </a:lnTo>
                    <a:lnTo>
                      <a:pt x="184" y="257"/>
                    </a:lnTo>
                    <a:lnTo>
                      <a:pt x="147" y="294"/>
                    </a:lnTo>
                    <a:lnTo>
                      <a:pt x="110" y="331"/>
                    </a:lnTo>
                    <a:lnTo>
                      <a:pt x="110" y="404"/>
                    </a:lnTo>
                    <a:lnTo>
                      <a:pt x="147" y="441"/>
                    </a:lnTo>
                    <a:lnTo>
                      <a:pt x="184" y="514"/>
                    </a:lnTo>
                    <a:lnTo>
                      <a:pt x="294" y="624"/>
                    </a:lnTo>
                    <a:lnTo>
                      <a:pt x="404" y="734"/>
                    </a:lnTo>
                    <a:lnTo>
                      <a:pt x="440" y="771"/>
                    </a:lnTo>
                    <a:lnTo>
                      <a:pt x="440" y="844"/>
                    </a:lnTo>
                    <a:lnTo>
                      <a:pt x="404" y="1028"/>
                    </a:lnTo>
                    <a:lnTo>
                      <a:pt x="440" y="1211"/>
                    </a:lnTo>
                    <a:lnTo>
                      <a:pt x="514" y="1542"/>
                    </a:lnTo>
                    <a:lnTo>
                      <a:pt x="661" y="1908"/>
                    </a:lnTo>
                    <a:lnTo>
                      <a:pt x="734" y="2275"/>
                    </a:lnTo>
                    <a:lnTo>
                      <a:pt x="807" y="2569"/>
                    </a:lnTo>
                    <a:lnTo>
                      <a:pt x="954" y="3119"/>
                    </a:lnTo>
                    <a:lnTo>
                      <a:pt x="1027" y="3706"/>
                    </a:lnTo>
                    <a:lnTo>
                      <a:pt x="1064" y="4257"/>
                    </a:lnTo>
                    <a:lnTo>
                      <a:pt x="1064" y="4514"/>
                    </a:lnTo>
                    <a:lnTo>
                      <a:pt x="1027" y="4770"/>
                    </a:lnTo>
                    <a:lnTo>
                      <a:pt x="991" y="5064"/>
                    </a:lnTo>
                    <a:lnTo>
                      <a:pt x="954" y="5211"/>
                    </a:lnTo>
                    <a:lnTo>
                      <a:pt x="917" y="5357"/>
                    </a:lnTo>
                    <a:lnTo>
                      <a:pt x="734" y="5944"/>
                    </a:lnTo>
                    <a:lnTo>
                      <a:pt x="624" y="6385"/>
                    </a:lnTo>
                    <a:lnTo>
                      <a:pt x="440" y="6788"/>
                    </a:lnTo>
                    <a:lnTo>
                      <a:pt x="294" y="7119"/>
                    </a:lnTo>
                    <a:lnTo>
                      <a:pt x="220" y="7449"/>
                    </a:lnTo>
                    <a:lnTo>
                      <a:pt x="184" y="7632"/>
                    </a:lnTo>
                    <a:lnTo>
                      <a:pt x="220" y="7779"/>
                    </a:lnTo>
                    <a:lnTo>
                      <a:pt x="257" y="7963"/>
                    </a:lnTo>
                    <a:lnTo>
                      <a:pt x="367" y="8109"/>
                    </a:lnTo>
                    <a:lnTo>
                      <a:pt x="367" y="8146"/>
                    </a:lnTo>
                    <a:lnTo>
                      <a:pt x="367" y="8219"/>
                    </a:lnTo>
                    <a:lnTo>
                      <a:pt x="257" y="8329"/>
                    </a:lnTo>
                    <a:lnTo>
                      <a:pt x="37" y="8550"/>
                    </a:lnTo>
                    <a:lnTo>
                      <a:pt x="0" y="8586"/>
                    </a:lnTo>
                    <a:lnTo>
                      <a:pt x="0" y="8660"/>
                    </a:lnTo>
                    <a:lnTo>
                      <a:pt x="37" y="8696"/>
                    </a:lnTo>
                    <a:lnTo>
                      <a:pt x="257" y="8696"/>
                    </a:lnTo>
                    <a:lnTo>
                      <a:pt x="257" y="8770"/>
                    </a:lnTo>
                    <a:lnTo>
                      <a:pt x="220" y="8806"/>
                    </a:lnTo>
                    <a:lnTo>
                      <a:pt x="220" y="8880"/>
                    </a:lnTo>
                    <a:lnTo>
                      <a:pt x="257" y="8916"/>
                    </a:lnTo>
                    <a:lnTo>
                      <a:pt x="330" y="8953"/>
                    </a:lnTo>
                    <a:lnTo>
                      <a:pt x="367" y="8916"/>
                    </a:lnTo>
                    <a:lnTo>
                      <a:pt x="440" y="8880"/>
                    </a:lnTo>
                    <a:lnTo>
                      <a:pt x="477" y="8806"/>
                    </a:lnTo>
                    <a:lnTo>
                      <a:pt x="624" y="8806"/>
                    </a:lnTo>
                    <a:lnTo>
                      <a:pt x="734" y="8843"/>
                    </a:lnTo>
                    <a:lnTo>
                      <a:pt x="771" y="8843"/>
                    </a:lnTo>
                    <a:lnTo>
                      <a:pt x="807" y="8806"/>
                    </a:lnTo>
                    <a:lnTo>
                      <a:pt x="844" y="8660"/>
                    </a:lnTo>
                    <a:lnTo>
                      <a:pt x="844" y="8476"/>
                    </a:lnTo>
                    <a:lnTo>
                      <a:pt x="844" y="8366"/>
                    </a:lnTo>
                    <a:lnTo>
                      <a:pt x="881" y="8329"/>
                    </a:lnTo>
                    <a:lnTo>
                      <a:pt x="917" y="8293"/>
                    </a:lnTo>
                    <a:lnTo>
                      <a:pt x="991" y="8256"/>
                    </a:lnTo>
                    <a:lnTo>
                      <a:pt x="1138" y="8219"/>
                    </a:lnTo>
                    <a:lnTo>
                      <a:pt x="1211" y="8183"/>
                    </a:lnTo>
                    <a:lnTo>
                      <a:pt x="1321" y="8073"/>
                    </a:lnTo>
                    <a:lnTo>
                      <a:pt x="1358" y="7963"/>
                    </a:lnTo>
                    <a:lnTo>
                      <a:pt x="1431" y="7889"/>
                    </a:lnTo>
                    <a:lnTo>
                      <a:pt x="1504" y="7779"/>
                    </a:lnTo>
                    <a:lnTo>
                      <a:pt x="1615" y="7559"/>
                    </a:lnTo>
                    <a:lnTo>
                      <a:pt x="1651" y="7449"/>
                    </a:lnTo>
                    <a:lnTo>
                      <a:pt x="1688" y="7339"/>
                    </a:lnTo>
                    <a:lnTo>
                      <a:pt x="1761" y="7265"/>
                    </a:lnTo>
                    <a:lnTo>
                      <a:pt x="1798" y="7155"/>
                    </a:lnTo>
                    <a:lnTo>
                      <a:pt x="1871" y="6935"/>
                    </a:lnTo>
                    <a:lnTo>
                      <a:pt x="1908" y="6862"/>
                    </a:lnTo>
                    <a:lnTo>
                      <a:pt x="1945" y="6788"/>
                    </a:lnTo>
                    <a:lnTo>
                      <a:pt x="1981" y="6715"/>
                    </a:lnTo>
                    <a:lnTo>
                      <a:pt x="1981" y="6642"/>
                    </a:lnTo>
                    <a:lnTo>
                      <a:pt x="2018" y="6568"/>
                    </a:lnTo>
                    <a:lnTo>
                      <a:pt x="2018" y="6532"/>
                    </a:lnTo>
                    <a:lnTo>
                      <a:pt x="2018" y="6385"/>
                    </a:lnTo>
                    <a:lnTo>
                      <a:pt x="2055" y="6311"/>
                    </a:lnTo>
                    <a:lnTo>
                      <a:pt x="2055" y="6238"/>
                    </a:lnTo>
                    <a:lnTo>
                      <a:pt x="2091" y="6128"/>
                    </a:lnTo>
                    <a:lnTo>
                      <a:pt x="2128" y="6018"/>
                    </a:lnTo>
                    <a:lnTo>
                      <a:pt x="2165" y="5944"/>
                    </a:lnTo>
                    <a:lnTo>
                      <a:pt x="2165" y="5871"/>
                    </a:lnTo>
                    <a:lnTo>
                      <a:pt x="2202" y="5761"/>
                    </a:lnTo>
                    <a:lnTo>
                      <a:pt x="2202" y="5651"/>
                    </a:lnTo>
                    <a:lnTo>
                      <a:pt x="2238" y="5541"/>
                    </a:lnTo>
                    <a:lnTo>
                      <a:pt x="2238" y="5431"/>
                    </a:lnTo>
                    <a:lnTo>
                      <a:pt x="2275" y="5357"/>
                    </a:lnTo>
                    <a:lnTo>
                      <a:pt x="2238" y="5284"/>
                    </a:lnTo>
                    <a:lnTo>
                      <a:pt x="2275" y="5211"/>
                    </a:lnTo>
                    <a:lnTo>
                      <a:pt x="2275" y="5101"/>
                    </a:lnTo>
                    <a:lnTo>
                      <a:pt x="2312" y="5027"/>
                    </a:lnTo>
                    <a:lnTo>
                      <a:pt x="2312" y="4917"/>
                    </a:lnTo>
                    <a:lnTo>
                      <a:pt x="2312" y="4844"/>
                    </a:lnTo>
                    <a:lnTo>
                      <a:pt x="2312" y="4770"/>
                    </a:lnTo>
                    <a:lnTo>
                      <a:pt x="2312" y="4660"/>
                    </a:lnTo>
                    <a:lnTo>
                      <a:pt x="2312" y="4587"/>
                    </a:lnTo>
                    <a:lnTo>
                      <a:pt x="2312" y="4477"/>
                    </a:lnTo>
                    <a:lnTo>
                      <a:pt x="2275" y="4403"/>
                    </a:lnTo>
                    <a:lnTo>
                      <a:pt x="2312" y="4220"/>
                    </a:lnTo>
                    <a:lnTo>
                      <a:pt x="2312" y="4110"/>
                    </a:lnTo>
                    <a:lnTo>
                      <a:pt x="2275" y="3963"/>
                    </a:lnTo>
                    <a:lnTo>
                      <a:pt x="2275" y="3890"/>
                    </a:lnTo>
                    <a:lnTo>
                      <a:pt x="2312" y="3780"/>
                    </a:lnTo>
                    <a:lnTo>
                      <a:pt x="2275" y="3633"/>
                    </a:lnTo>
                    <a:lnTo>
                      <a:pt x="2275" y="3450"/>
                    </a:lnTo>
                    <a:lnTo>
                      <a:pt x="2312" y="3376"/>
                    </a:lnTo>
                    <a:lnTo>
                      <a:pt x="2275" y="3303"/>
                    </a:lnTo>
                    <a:lnTo>
                      <a:pt x="2275" y="3193"/>
                    </a:lnTo>
                    <a:lnTo>
                      <a:pt x="2238" y="3083"/>
                    </a:lnTo>
                    <a:lnTo>
                      <a:pt x="2238" y="3046"/>
                    </a:lnTo>
                    <a:lnTo>
                      <a:pt x="2202" y="3009"/>
                    </a:lnTo>
                    <a:lnTo>
                      <a:pt x="2238" y="2826"/>
                    </a:lnTo>
                    <a:lnTo>
                      <a:pt x="2202" y="2679"/>
                    </a:lnTo>
                    <a:lnTo>
                      <a:pt x="2202" y="2606"/>
                    </a:lnTo>
                    <a:lnTo>
                      <a:pt x="2128" y="2532"/>
                    </a:lnTo>
                    <a:lnTo>
                      <a:pt x="2128" y="2422"/>
                    </a:lnTo>
                    <a:lnTo>
                      <a:pt x="2091" y="2275"/>
                    </a:lnTo>
                    <a:lnTo>
                      <a:pt x="2091" y="2165"/>
                    </a:lnTo>
                    <a:lnTo>
                      <a:pt x="2055" y="2092"/>
                    </a:lnTo>
                    <a:lnTo>
                      <a:pt x="2018" y="1945"/>
                    </a:lnTo>
                    <a:lnTo>
                      <a:pt x="1945" y="1798"/>
                    </a:lnTo>
                    <a:lnTo>
                      <a:pt x="1945" y="1725"/>
                    </a:lnTo>
                    <a:lnTo>
                      <a:pt x="1908" y="1615"/>
                    </a:lnTo>
                    <a:lnTo>
                      <a:pt x="1871" y="1505"/>
                    </a:lnTo>
                    <a:lnTo>
                      <a:pt x="1798" y="1395"/>
                    </a:lnTo>
                    <a:lnTo>
                      <a:pt x="1798" y="1321"/>
                    </a:lnTo>
                    <a:lnTo>
                      <a:pt x="1761" y="1248"/>
                    </a:lnTo>
                    <a:lnTo>
                      <a:pt x="1688" y="1175"/>
                    </a:lnTo>
                    <a:lnTo>
                      <a:pt x="1615" y="1028"/>
                    </a:lnTo>
                    <a:lnTo>
                      <a:pt x="1468" y="844"/>
                    </a:lnTo>
                    <a:lnTo>
                      <a:pt x="1321" y="698"/>
                    </a:lnTo>
                    <a:lnTo>
                      <a:pt x="1138" y="624"/>
                    </a:lnTo>
                    <a:lnTo>
                      <a:pt x="917" y="551"/>
                    </a:lnTo>
                    <a:lnTo>
                      <a:pt x="917" y="367"/>
                    </a:lnTo>
                    <a:lnTo>
                      <a:pt x="917" y="147"/>
                    </a:lnTo>
                    <a:lnTo>
                      <a:pt x="881" y="37"/>
                    </a:lnTo>
                    <a:lnTo>
                      <a:pt x="807" y="37"/>
                    </a:lnTo>
                    <a:lnTo>
                      <a:pt x="697" y="74"/>
                    </a:lnTo>
                    <a:lnTo>
                      <a:pt x="661" y="111"/>
                    </a:lnTo>
                    <a:lnTo>
                      <a:pt x="624" y="147"/>
                    </a:lnTo>
                    <a:lnTo>
                      <a:pt x="550" y="74"/>
                    </a:lnTo>
                    <a:lnTo>
                      <a:pt x="514" y="37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1" name="Google Shape;23115;p37">
                <a:extLst>
                  <a:ext uri="{FF2B5EF4-FFF2-40B4-BE49-F238E27FC236}">
                    <a16:creationId xmlns:a16="http://schemas.microsoft.com/office/drawing/2014/main" id="{4F647A2C-9E13-6A0B-D106-A8F7AB7A0457}"/>
                  </a:ext>
                </a:extLst>
              </p:cNvPr>
              <p:cNvGrpSpPr/>
              <p:nvPr/>
            </p:nvGrpSpPr>
            <p:grpSpPr>
              <a:xfrm>
                <a:off x="6030302" y="3963243"/>
                <a:ext cx="161513" cy="625514"/>
                <a:chOff x="5030311" y="3015761"/>
                <a:chExt cx="76955" cy="298034"/>
              </a:xfrm>
            </p:grpSpPr>
            <p:sp>
              <p:nvSpPr>
                <p:cNvPr id="62" name="Google Shape;23116;p37">
                  <a:extLst>
                    <a:ext uri="{FF2B5EF4-FFF2-40B4-BE49-F238E27FC236}">
                      <a16:creationId xmlns:a16="http://schemas.microsoft.com/office/drawing/2014/main" id="{A32E1795-0F1A-A5C2-818D-D0CBC7DE2B84}"/>
                    </a:ext>
                  </a:extLst>
                </p:cNvPr>
                <p:cNvSpPr/>
                <p:nvPr/>
              </p:nvSpPr>
              <p:spPr>
                <a:xfrm>
                  <a:off x="5030311" y="3015761"/>
                  <a:ext cx="76955" cy="29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2" h="8954" extrusionOk="0">
                      <a:moveTo>
                        <a:pt x="440" y="1"/>
                      </a:moveTo>
                      <a:lnTo>
                        <a:pt x="404" y="38"/>
                      </a:lnTo>
                      <a:lnTo>
                        <a:pt x="404" y="74"/>
                      </a:lnTo>
                      <a:lnTo>
                        <a:pt x="404" y="148"/>
                      </a:lnTo>
                      <a:lnTo>
                        <a:pt x="404" y="258"/>
                      </a:lnTo>
                      <a:lnTo>
                        <a:pt x="404" y="368"/>
                      </a:lnTo>
                      <a:lnTo>
                        <a:pt x="294" y="331"/>
                      </a:lnTo>
                      <a:lnTo>
                        <a:pt x="220" y="295"/>
                      </a:lnTo>
                      <a:lnTo>
                        <a:pt x="184" y="258"/>
                      </a:lnTo>
                      <a:lnTo>
                        <a:pt x="147" y="295"/>
                      </a:lnTo>
                      <a:lnTo>
                        <a:pt x="110" y="331"/>
                      </a:lnTo>
                      <a:lnTo>
                        <a:pt x="110" y="405"/>
                      </a:lnTo>
                      <a:lnTo>
                        <a:pt x="147" y="441"/>
                      </a:lnTo>
                      <a:lnTo>
                        <a:pt x="184" y="515"/>
                      </a:lnTo>
                      <a:lnTo>
                        <a:pt x="294" y="625"/>
                      </a:lnTo>
                      <a:lnTo>
                        <a:pt x="404" y="735"/>
                      </a:lnTo>
                      <a:lnTo>
                        <a:pt x="440" y="771"/>
                      </a:lnTo>
                      <a:lnTo>
                        <a:pt x="440" y="845"/>
                      </a:lnTo>
                      <a:lnTo>
                        <a:pt x="404" y="1028"/>
                      </a:lnTo>
                      <a:lnTo>
                        <a:pt x="440" y="1212"/>
                      </a:lnTo>
                      <a:lnTo>
                        <a:pt x="514" y="1542"/>
                      </a:lnTo>
                      <a:lnTo>
                        <a:pt x="661" y="1909"/>
                      </a:lnTo>
                      <a:lnTo>
                        <a:pt x="734" y="2276"/>
                      </a:lnTo>
                      <a:lnTo>
                        <a:pt x="807" y="2569"/>
                      </a:lnTo>
                      <a:lnTo>
                        <a:pt x="954" y="3120"/>
                      </a:lnTo>
                      <a:lnTo>
                        <a:pt x="1027" y="3707"/>
                      </a:lnTo>
                      <a:lnTo>
                        <a:pt x="1064" y="4257"/>
                      </a:lnTo>
                      <a:lnTo>
                        <a:pt x="1064" y="4514"/>
                      </a:lnTo>
                      <a:lnTo>
                        <a:pt x="1027" y="4771"/>
                      </a:lnTo>
                      <a:lnTo>
                        <a:pt x="991" y="5064"/>
                      </a:lnTo>
                      <a:lnTo>
                        <a:pt x="954" y="5211"/>
                      </a:lnTo>
                      <a:lnTo>
                        <a:pt x="917" y="5358"/>
                      </a:lnTo>
                      <a:lnTo>
                        <a:pt x="734" y="5945"/>
                      </a:lnTo>
                      <a:lnTo>
                        <a:pt x="624" y="6385"/>
                      </a:lnTo>
                      <a:lnTo>
                        <a:pt x="440" y="6789"/>
                      </a:lnTo>
                      <a:lnTo>
                        <a:pt x="294" y="7119"/>
                      </a:lnTo>
                      <a:lnTo>
                        <a:pt x="220" y="7449"/>
                      </a:lnTo>
                      <a:lnTo>
                        <a:pt x="184" y="7633"/>
                      </a:lnTo>
                      <a:lnTo>
                        <a:pt x="220" y="7779"/>
                      </a:lnTo>
                      <a:lnTo>
                        <a:pt x="257" y="7963"/>
                      </a:lnTo>
                      <a:lnTo>
                        <a:pt x="367" y="8110"/>
                      </a:lnTo>
                      <a:lnTo>
                        <a:pt x="367" y="8146"/>
                      </a:lnTo>
                      <a:lnTo>
                        <a:pt x="367" y="8220"/>
                      </a:lnTo>
                      <a:lnTo>
                        <a:pt x="257" y="8330"/>
                      </a:lnTo>
                      <a:lnTo>
                        <a:pt x="37" y="8550"/>
                      </a:lnTo>
                      <a:lnTo>
                        <a:pt x="0" y="8587"/>
                      </a:lnTo>
                      <a:lnTo>
                        <a:pt x="0" y="8660"/>
                      </a:lnTo>
                      <a:lnTo>
                        <a:pt x="37" y="8697"/>
                      </a:lnTo>
                      <a:lnTo>
                        <a:pt x="257" y="8697"/>
                      </a:lnTo>
                      <a:lnTo>
                        <a:pt x="257" y="8770"/>
                      </a:lnTo>
                      <a:lnTo>
                        <a:pt x="220" y="8807"/>
                      </a:lnTo>
                      <a:lnTo>
                        <a:pt x="220" y="8880"/>
                      </a:lnTo>
                      <a:lnTo>
                        <a:pt x="257" y="8917"/>
                      </a:lnTo>
                      <a:lnTo>
                        <a:pt x="330" y="8954"/>
                      </a:lnTo>
                      <a:lnTo>
                        <a:pt x="367" y="8917"/>
                      </a:lnTo>
                      <a:lnTo>
                        <a:pt x="440" y="8880"/>
                      </a:lnTo>
                      <a:lnTo>
                        <a:pt x="514" y="8807"/>
                      </a:lnTo>
                      <a:lnTo>
                        <a:pt x="624" y="8807"/>
                      </a:lnTo>
                      <a:lnTo>
                        <a:pt x="734" y="8844"/>
                      </a:lnTo>
                      <a:lnTo>
                        <a:pt x="771" y="8807"/>
                      </a:lnTo>
                      <a:lnTo>
                        <a:pt x="844" y="8770"/>
                      </a:lnTo>
                      <a:lnTo>
                        <a:pt x="844" y="8660"/>
                      </a:lnTo>
                      <a:lnTo>
                        <a:pt x="844" y="8477"/>
                      </a:lnTo>
                      <a:lnTo>
                        <a:pt x="844" y="8367"/>
                      </a:lnTo>
                      <a:lnTo>
                        <a:pt x="881" y="8330"/>
                      </a:lnTo>
                      <a:lnTo>
                        <a:pt x="917" y="8293"/>
                      </a:lnTo>
                      <a:lnTo>
                        <a:pt x="991" y="8256"/>
                      </a:lnTo>
                      <a:lnTo>
                        <a:pt x="1138" y="8220"/>
                      </a:lnTo>
                      <a:lnTo>
                        <a:pt x="1211" y="8183"/>
                      </a:lnTo>
                      <a:lnTo>
                        <a:pt x="1321" y="8073"/>
                      </a:lnTo>
                      <a:lnTo>
                        <a:pt x="1358" y="7963"/>
                      </a:lnTo>
                      <a:lnTo>
                        <a:pt x="1431" y="7890"/>
                      </a:lnTo>
                      <a:lnTo>
                        <a:pt x="1504" y="7779"/>
                      </a:lnTo>
                      <a:lnTo>
                        <a:pt x="1615" y="7559"/>
                      </a:lnTo>
                      <a:lnTo>
                        <a:pt x="1651" y="7449"/>
                      </a:lnTo>
                      <a:lnTo>
                        <a:pt x="1688" y="7339"/>
                      </a:lnTo>
                      <a:lnTo>
                        <a:pt x="1761" y="7266"/>
                      </a:lnTo>
                      <a:lnTo>
                        <a:pt x="1798" y="7156"/>
                      </a:lnTo>
                      <a:lnTo>
                        <a:pt x="1871" y="6936"/>
                      </a:lnTo>
                      <a:lnTo>
                        <a:pt x="1908" y="6862"/>
                      </a:lnTo>
                      <a:lnTo>
                        <a:pt x="1945" y="6789"/>
                      </a:lnTo>
                      <a:lnTo>
                        <a:pt x="1981" y="6715"/>
                      </a:lnTo>
                      <a:lnTo>
                        <a:pt x="1981" y="6642"/>
                      </a:lnTo>
                      <a:lnTo>
                        <a:pt x="2018" y="6569"/>
                      </a:lnTo>
                      <a:lnTo>
                        <a:pt x="2018" y="6532"/>
                      </a:lnTo>
                      <a:lnTo>
                        <a:pt x="2018" y="6385"/>
                      </a:lnTo>
                      <a:lnTo>
                        <a:pt x="2055" y="6312"/>
                      </a:lnTo>
                      <a:lnTo>
                        <a:pt x="2055" y="6238"/>
                      </a:lnTo>
                      <a:lnTo>
                        <a:pt x="2091" y="6128"/>
                      </a:lnTo>
                      <a:lnTo>
                        <a:pt x="2128" y="6018"/>
                      </a:lnTo>
                      <a:lnTo>
                        <a:pt x="2165" y="5945"/>
                      </a:lnTo>
                      <a:lnTo>
                        <a:pt x="2165" y="5872"/>
                      </a:lnTo>
                      <a:lnTo>
                        <a:pt x="2202" y="5761"/>
                      </a:lnTo>
                      <a:lnTo>
                        <a:pt x="2202" y="5651"/>
                      </a:lnTo>
                      <a:lnTo>
                        <a:pt x="2238" y="5541"/>
                      </a:lnTo>
                      <a:lnTo>
                        <a:pt x="2238" y="5431"/>
                      </a:lnTo>
                      <a:lnTo>
                        <a:pt x="2275" y="5358"/>
                      </a:lnTo>
                      <a:lnTo>
                        <a:pt x="2238" y="5284"/>
                      </a:lnTo>
                      <a:lnTo>
                        <a:pt x="2275" y="5211"/>
                      </a:lnTo>
                      <a:lnTo>
                        <a:pt x="2275" y="5101"/>
                      </a:lnTo>
                      <a:lnTo>
                        <a:pt x="2312" y="5028"/>
                      </a:lnTo>
                      <a:lnTo>
                        <a:pt x="2312" y="4918"/>
                      </a:lnTo>
                      <a:lnTo>
                        <a:pt x="2312" y="4844"/>
                      </a:lnTo>
                      <a:lnTo>
                        <a:pt x="2312" y="4771"/>
                      </a:lnTo>
                      <a:lnTo>
                        <a:pt x="2312" y="4661"/>
                      </a:lnTo>
                      <a:lnTo>
                        <a:pt x="2312" y="4587"/>
                      </a:lnTo>
                      <a:lnTo>
                        <a:pt x="2312" y="4477"/>
                      </a:lnTo>
                      <a:lnTo>
                        <a:pt x="2275" y="4404"/>
                      </a:lnTo>
                      <a:lnTo>
                        <a:pt x="2312" y="4220"/>
                      </a:lnTo>
                      <a:lnTo>
                        <a:pt x="2312" y="4110"/>
                      </a:lnTo>
                      <a:lnTo>
                        <a:pt x="2275" y="3964"/>
                      </a:lnTo>
                      <a:lnTo>
                        <a:pt x="2275" y="3890"/>
                      </a:lnTo>
                      <a:lnTo>
                        <a:pt x="2312" y="3780"/>
                      </a:lnTo>
                      <a:lnTo>
                        <a:pt x="2275" y="3633"/>
                      </a:lnTo>
                      <a:lnTo>
                        <a:pt x="2275" y="3450"/>
                      </a:lnTo>
                      <a:lnTo>
                        <a:pt x="2312" y="3377"/>
                      </a:lnTo>
                      <a:lnTo>
                        <a:pt x="2275" y="3303"/>
                      </a:lnTo>
                      <a:lnTo>
                        <a:pt x="2275" y="3193"/>
                      </a:lnTo>
                      <a:lnTo>
                        <a:pt x="2238" y="3083"/>
                      </a:lnTo>
                      <a:lnTo>
                        <a:pt x="2238" y="3046"/>
                      </a:lnTo>
                      <a:lnTo>
                        <a:pt x="2202" y="3010"/>
                      </a:lnTo>
                      <a:lnTo>
                        <a:pt x="2238" y="2826"/>
                      </a:lnTo>
                      <a:lnTo>
                        <a:pt x="2202" y="2679"/>
                      </a:lnTo>
                      <a:lnTo>
                        <a:pt x="2202" y="2606"/>
                      </a:lnTo>
                      <a:lnTo>
                        <a:pt x="2128" y="2533"/>
                      </a:lnTo>
                      <a:lnTo>
                        <a:pt x="2128" y="2423"/>
                      </a:lnTo>
                      <a:lnTo>
                        <a:pt x="2091" y="2276"/>
                      </a:lnTo>
                      <a:lnTo>
                        <a:pt x="2091" y="2166"/>
                      </a:lnTo>
                      <a:lnTo>
                        <a:pt x="2055" y="2092"/>
                      </a:lnTo>
                      <a:lnTo>
                        <a:pt x="2018" y="1946"/>
                      </a:lnTo>
                      <a:lnTo>
                        <a:pt x="1945" y="1799"/>
                      </a:lnTo>
                      <a:lnTo>
                        <a:pt x="1945" y="1725"/>
                      </a:lnTo>
                      <a:lnTo>
                        <a:pt x="1908" y="1615"/>
                      </a:lnTo>
                      <a:lnTo>
                        <a:pt x="1871" y="1505"/>
                      </a:lnTo>
                      <a:lnTo>
                        <a:pt x="1798" y="1395"/>
                      </a:lnTo>
                      <a:lnTo>
                        <a:pt x="1798" y="1322"/>
                      </a:lnTo>
                      <a:lnTo>
                        <a:pt x="1761" y="1248"/>
                      </a:lnTo>
                      <a:lnTo>
                        <a:pt x="1688" y="1175"/>
                      </a:lnTo>
                      <a:lnTo>
                        <a:pt x="1615" y="1028"/>
                      </a:lnTo>
                      <a:lnTo>
                        <a:pt x="1468" y="845"/>
                      </a:lnTo>
                      <a:lnTo>
                        <a:pt x="1321" y="698"/>
                      </a:lnTo>
                      <a:lnTo>
                        <a:pt x="1138" y="625"/>
                      </a:lnTo>
                      <a:lnTo>
                        <a:pt x="917" y="551"/>
                      </a:lnTo>
                      <a:lnTo>
                        <a:pt x="917" y="368"/>
                      </a:lnTo>
                      <a:lnTo>
                        <a:pt x="917" y="148"/>
                      </a:lnTo>
                      <a:lnTo>
                        <a:pt x="881" y="74"/>
                      </a:lnTo>
                      <a:lnTo>
                        <a:pt x="807" y="38"/>
                      </a:lnTo>
                      <a:lnTo>
                        <a:pt x="771" y="38"/>
                      </a:lnTo>
                      <a:lnTo>
                        <a:pt x="697" y="74"/>
                      </a:lnTo>
                      <a:lnTo>
                        <a:pt x="661" y="111"/>
                      </a:lnTo>
                      <a:lnTo>
                        <a:pt x="661" y="148"/>
                      </a:lnTo>
                      <a:lnTo>
                        <a:pt x="624" y="148"/>
                      </a:lnTo>
                      <a:lnTo>
                        <a:pt x="550" y="74"/>
                      </a:lnTo>
                      <a:lnTo>
                        <a:pt x="514" y="38"/>
                      </a:lnTo>
                      <a:lnTo>
                        <a:pt x="47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23117;p37">
                  <a:extLst>
                    <a:ext uri="{FF2B5EF4-FFF2-40B4-BE49-F238E27FC236}">
                      <a16:creationId xmlns:a16="http://schemas.microsoft.com/office/drawing/2014/main" id="{5C912FF0-5D0F-9DD1-EDDF-4C3C45787EBA}"/>
                    </a:ext>
                  </a:extLst>
                </p:cNvPr>
                <p:cNvSpPr/>
                <p:nvPr/>
              </p:nvSpPr>
              <p:spPr>
                <a:xfrm>
                  <a:off x="5064495" y="3075608"/>
                  <a:ext cx="34217" cy="13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" h="405" extrusionOk="0">
                      <a:moveTo>
                        <a:pt x="844" y="1"/>
                      </a:moveTo>
                      <a:lnTo>
                        <a:pt x="771" y="38"/>
                      </a:lnTo>
                      <a:lnTo>
                        <a:pt x="551" y="148"/>
                      </a:lnTo>
                      <a:lnTo>
                        <a:pt x="331" y="221"/>
                      </a:lnTo>
                      <a:lnTo>
                        <a:pt x="184" y="294"/>
                      </a:lnTo>
                      <a:lnTo>
                        <a:pt x="0" y="368"/>
                      </a:lnTo>
                      <a:lnTo>
                        <a:pt x="147" y="404"/>
                      </a:lnTo>
                      <a:lnTo>
                        <a:pt x="477" y="404"/>
                      </a:lnTo>
                      <a:lnTo>
                        <a:pt x="588" y="368"/>
                      </a:lnTo>
                      <a:lnTo>
                        <a:pt x="808" y="331"/>
                      </a:lnTo>
                      <a:lnTo>
                        <a:pt x="1028" y="294"/>
                      </a:lnTo>
                      <a:lnTo>
                        <a:pt x="991" y="148"/>
                      </a:lnTo>
                      <a:lnTo>
                        <a:pt x="918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23118;p37">
                  <a:extLst>
                    <a:ext uri="{FF2B5EF4-FFF2-40B4-BE49-F238E27FC236}">
                      <a16:creationId xmlns:a16="http://schemas.microsoft.com/office/drawing/2014/main" id="{E08AA2BD-FEB5-BAB6-FCAD-E02C6D5F2E67}"/>
                    </a:ext>
                  </a:extLst>
                </p:cNvPr>
                <p:cNvSpPr/>
                <p:nvPr/>
              </p:nvSpPr>
              <p:spPr>
                <a:xfrm>
                  <a:off x="5070586" y="3091485"/>
                  <a:ext cx="30589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" h="368" extrusionOk="0">
                      <a:moveTo>
                        <a:pt x="881" y="1"/>
                      </a:moveTo>
                      <a:lnTo>
                        <a:pt x="661" y="38"/>
                      </a:lnTo>
                      <a:lnTo>
                        <a:pt x="441" y="111"/>
                      </a:lnTo>
                      <a:lnTo>
                        <a:pt x="1" y="294"/>
                      </a:lnTo>
                      <a:lnTo>
                        <a:pt x="111" y="331"/>
                      </a:lnTo>
                      <a:lnTo>
                        <a:pt x="221" y="368"/>
                      </a:lnTo>
                      <a:lnTo>
                        <a:pt x="405" y="331"/>
                      </a:lnTo>
                      <a:lnTo>
                        <a:pt x="661" y="294"/>
                      </a:lnTo>
                      <a:lnTo>
                        <a:pt x="918" y="258"/>
                      </a:lnTo>
                      <a:lnTo>
                        <a:pt x="918" y="148"/>
                      </a:lnTo>
                      <a:lnTo>
                        <a:pt x="881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23119;p37">
                  <a:extLst>
                    <a:ext uri="{FF2B5EF4-FFF2-40B4-BE49-F238E27FC236}">
                      <a16:creationId xmlns:a16="http://schemas.microsoft.com/office/drawing/2014/main" id="{BAA37BE4-6707-28ED-218C-DFA1916DEC0F}"/>
                    </a:ext>
                  </a:extLst>
                </p:cNvPr>
                <p:cNvSpPr/>
                <p:nvPr/>
              </p:nvSpPr>
              <p:spPr>
                <a:xfrm>
                  <a:off x="5062065" y="3241699"/>
                  <a:ext cx="30556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" h="368" extrusionOk="0">
                      <a:moveTo>
                        <a:pt x="0" y="1"/>
                      </a:moveTo>
                      <a:lnTo>
                        <a:pt x="404" y="221"/>
                      </a:lnTo>
                      <a:lnTo>
                        <a:pt x="587" y="331"/>
                      </a:lnTo>
                      <a:lnTo>
                        <a:pt x="844" y="368"/>
                      </a:lnTo>
                      <a:lnTo>
                        <a:pt x="917" y="148"/>
                      </a:lnTo>
                      <a:lnTo>
                        <a:pt x="440" y="3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23120;p37">
                  <a:extLst>
                    <a:ext uri="{FF2B5EF4-FFF2-40B4-BE49-F238E27FC236}">
                      <a16:creationId xmlns:a16="http://schemas.microsoft.com/office/drawing/2014/main" id="{2074D098-FA82-B13C-CEE4-5CC341C6C664}"/>
                    </a:ext>
                  </a:extLst>
                </p:cNvPr>
                <p:cNvSpPr/>
                <p:nvPr/>
              </p:nvSpPr>
              <p:spPr>
                <a:xfrm>
                  <a:off x="5059602" y="3049978"/>
                  <a:ext cx="26894" cy="15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8" h="478" extrusionOk="0">
                      <a:moveTo>
                        <a:pt x="735" y="0"/>
                      </a:moveTo>
                      <a:lnTo>
                        <a:pt x="441" y="147"/>
                      </a:lnTo>
                      <a:lnTo>
                        <a:pt x="37" y="367"/>
                      </a:lnTo>
                      <a:lnTo>
                        <a:pt x="1" y="404"/>
                      </a:lnTo>
                      <a:lnTo>
                        <a:pt x="1" y="441"/>
                      </a:lnTo>
                      <a:lnTo>
                        <a:pt x="37" y="477"/>
                      </a:lnTo>
                      <a:lnTo>
                        <a:pt x="74" y="477"/>
                      </a:lnTo>
                      <a:lnTo>
                        <a:pt x="258" y="441"/>
                      </a:lnTo>
                      <a:lnTo>
                        <a:pt x="698" y="257"/>
                      </a:lnTo>
                      <a:lnTo>
                        <a:pt x="771" y="220"/>
                      </a:lnTo>
                      <a:lnTo>
                        <a:pt x="808" y="147"/>
                      </a:lnTo>
                      <a:lnTo>
                        <a:pt x="735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23121;p37">
                  <a:extLst>
                    <a:ext uri="{FF2B5EF4-FFF2-40B4-BE49-F238E27FC236}">
                      <a16:creationId xmlns:a16="http://schemas.microsoft.com/office/drawing/2014/main" id="{84F97751-2B14-30B3-1854-A05978FC15D0}"/>
                    </a:ext>
                  </a:extLst>
                </p:cNvPr>
                <p:cNvSpPr/>
                <p:nvPr/>
              </p:nvSpPr>
              <p:spPr>
                <a:xfrm>
                  <a:off x="5076710" y="3118379"/>
                  <a:ext cx="29324" cy="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" h="294" extrusionOk="0">
                      <a:moveTo>
                        <a:pt x="844" y="0"/>
                      </a:moveTo>
                      <a:lnTo>
                        <a:pt x="624" y="37"/>
                      </a:lnTo>
                      <a:lnTo>
                        <a:pt x="404" y="73"/>
                      </a:lnTo>
                      <a:lnTo>
                        <a:pt x="0" y="220"/>
                      </a:lnTo>
                      <a:lnTo>
                        <a:pt x="110" y="257"/>
                      </a:lnTo>
                      <a:lnTo>
                        <a:pt x="221" y="294"/>
                      </a:lnTo>
                      <a:lnTo>
                        <a:pt x="441" y="257"/>
                      </a:lnTo>
                      <a:lnTo>
                        <a:pt x="661" y="257"/>
                      </a:lnTo>
                      <a:lnTo>
                        <a:pt x="881" y="220"/>
                      </a:lnTo>
                      <a:lnTo>
                        <a:pt x="881" y="110"/>
                      </a:lnTo>
                      <a:lnTo>
                        <a:pt x="844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23122;p37">
                  <a:extLst>
                    <a:ext uri="{FF2B5EF4-FFF2-40B4-BE49-F238E27FC236}">
                      <a16:creationId xmlns:a16="http://schemas.microsoft.com/office/drawing/2014/main" id="{8AFA9BB0-2D8C-02C8-2A10-04B53FC2B951}"/>
                    </a:ext>
                  </a:extLst>
                </p:cNvPr>
                <p:cNvSpPr/>
                <p:nvPr/>
              </p:nvSpPr>
              <p:spPr>
                <a:xfrm>
                  <a:off x="5073049" y="3200193"/>
                  <a:ext cx="30556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" h="331" extrusionOk="0">
                      <a:moveTo>
                        <a:pt x="0" y="0"/>
                      </a:moveTo>
                      <a:lnTo>
                        <a:pt x="37" y="37"/>
                      </a:lnTo>
                      <a:lnTo>
                        <a:pt x="74" y="74"/>
                      </a:lnTo>
                      <a:lnTo>
                        <a:pt x="184" y="110"/>
                      </a:lnTo>
                      <a:lnTo>
                        <a:pt x="514" y="220"/>
                      </a:lnTo>
                      <a:lnTo>
                        <a:pt x="881" y="331"/>
                      </a:lnTo>
                      <a:lnTo>
                        <a:pt x="918" y="220"/>
                      </a:lnTo>
                      <a:lnTo>
                        <a:pt x="918" y="110"/>
                      </a:lnTo>
                      <a:lnTo>
                        <a:pt x="697" y="74"/>
                      </a:lnTo>
                      <a:lnTo>
                        <a:pt x="477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23123;p37">
                  <a:extLst>
                    <a:ext uri="{FF2B5EF4-FFF2-40B4-BE49-F238E27FC236}">
                      <a16:creationId xmlns:a16="http://schemas.microsoft.com/office/drawing/2014/main" id="{5C176309-CDC8-690B-D994-1D0BB87C5DDF}"/>
                    </a:ext>
                  </a:extLst>
                </p:cNvPr>
                <p:cNvSpPr/>
                <p:nvPr/>
              </p:nvSpPr>
              <p:spPr>
                <a:xfrm>
                  <a:off x="5066924" y="3062194"/>
                  <a:ext cx="26928" cy="14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" h="441" extrusionOk="0">
                      <a:moveTo>
                        <a:pt x="698" y="0"/>
                      </a:moveTo>
                      <a:lnTo>
                        <a:pt x="258" y="220"/>
                      </a:lnTo>
                      <a:lnTo>
                        <a:pt x="111" y="330"/>
                      </a:lnTo>
                      <a:lnTo>
                        <a:pt x="1" y="404"/>
                      </a:lnTo>
                      <a:lnTo>
                        <a:pt x="74" y="441"/>
                      </a:lnTo>
                      <a:lnTo>
                        <a:pt x="111" y="404"/>
                      </a:lnTo>
                      <a:lnTo>
                        <a:pt x="478" y="330"/>
                      </a:lnTo>
                      <a:lnTo>
                        <a:pt x="808" y="220"/>
                      </a:lnTo>
                      <a:lnTo>
                        <a:pt x="771" y="110"/>
                      </a:lnTo>
                      <a:lnTo>
                        <a:pt x="698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23124;p37">
                  <a:extLst>
                    <a:ext uri="{FF2B5EF4-FFF2-40B4-BE49-F238E27FC236}">
                      <a16:creationId xmlns:a16="http://schemas.microsoft.com/office/drawing/2014/main" id="{C71C7675-8852-EB35-1E48-4FFA3E5B88E1}"/>
                    </a:ext>
                  </a:extLst>
                </p:cNvPr>
                <p:cNvSpPr/>
                <p:nvPr/>
              </p:nvSpPr>
              <p:spPr>
                <a:xfrm>
                  <a:off x="5076710" y="3104932"/>
                  <a:ext cx="28126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331" extrusionOk="0">
                      <a:moveTo>
                        <a:pt x="808" y="0"/>
                      </a:moveTo>
                      <a:lnTo>
                        <a:pt x="624" y="74"/>
                      </a:lnTo>
                      <a:lnTo>
                        <a:pt x="404" y="147"/>
                      </a:lnTo>
                      <a:lnTo>
                        <a:pt x="0" y="257"/>
                      </a:lnTo>
                      <a:lnTo>
                        <a:pt x="74" y="331"/>
                      </a:lnTo>
                      <a:lnTo>
                        <a:pt x="477" y="331"/>
                      </a:lnTo>
                      <a:lnTo>
                        <a:pt x="661" y="294"/>
                      </a:lnTo>
                      <a:lnTo>
                        <a:pt x="808" y="331"/>
                      </a:lnTo>
                      <a:lnTo>
                        <a:pt x="844" y="147"/>
                      </a:lnTo>
                      <a:lnTo>
                        <a:pt x="808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23125;p37">
                  <a:extLst>
                    <a:ext uri="{FF2B5EF4-FFF2-40B4-BE49-F238E27FC236}">
                      <a16:creationId xmlns:a16="http://schemas.microsoft.com/office/drawing/2014/main" id="{C6E0792A-1F39-E3B6-543E-DDC4FC1D7882}"/>
                    </a:ext>
                  </a:extLst>
                </p:cNvPr>
                <p:cNvSpPr/>
                <p:nvPr/>
              </p:nvSpPr>
              <p:spPr>
                <a:xfrm>
                  <a:off x="5057172" y="3255147"/>
                  <a:ext cx="29324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" h="368" extrusionOk="0">
                      <a:moveTo>
                        <a:pt x="0" y="0"/>
                      </a:moveTo>
                      <a:lnTo>
                        <a:pt x="404" y="221"/>
                      </a:lnTo>
                      <a:lnTo>
                        <a:pt x="587" y="294"/>
                      </a:lnTo>
                      <a:lnTo>
                        <a:pt x="808" y="367"/>
                      </a:lnTo>
                      <a:lnTo>
                        <a:pt x="844" y="257"/>
                      </a:lnTo>
                      <a:lnTo>
                        <a:pt x="881" y="147"/>
                      </a:lnTo>
                      <a:lnTo>
                        <a:pt x="441" y="37"/>
                      </a:lnTo>
                      <a:lnTo>
                        <a:pt x="220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23126;p37">
                  <a:extLst>
                    <a:ext uri="{FF2B5EF4-FFF2-40B4-BE49-F238E27FC236}">
                      <a16:creationId xmlns:a16="http://schemas.microsoft.com/office/drawing/2014/main" id="{7D06C630-F5D8-E47F-9900-B90CA9BEFC66}"/>
                    </a:ext>
                  </a:extLst>
                </p:cNvPr>
                <p:cNvSpPr/>
                <p:nvPr/>
              </p:nvSpPr>
              <p:spPr>
                <a:xfrm>
                  <a:off x="5076710" y="3168439"/>
                  <a:ext cx="30556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" h="184" extrusionOk="0">
                      <a:moveTo>
                        <a:pt x="110" y="0"/>
                      </a:moveTo>
                      <a:lnTo>
                        <a:pt x="0" y="37"/>
                      </a:lnTo>
                      <a:lnTo>
                        <a:pt x="294" y="147"/>
                      </a:lnTo>
                      <a:lnTo>
                        <a:pt x="477" y="184"/>
                      </a:lnTo>
                      <a:lnTo>
                        <a:pt x="918" y="184"/>
                      </a:lnTo>
                      <a:lnTo>
                        <a:pt x="918" y="74"/>
                      </a:lnTo>
                      <a:lnTo>
                        <a:pt x="918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23127;p37">
                  <a:extLst>
                    <a:ext uri="{FF2B5EF4-FFF2-40B4-BE49-F238E27FC236}">
                      <a16:creationId xmlns:a16="http://schemas.microsoft.com/office/drawing/2014/main" id="{0350479A-EFD9-9C06-6CE5-5B7013B9286C}"/>
                    </a:ext>
                  </a:extLst>
                </p:cNvPr>
                <p:cNvSpPr/>
                <p:nvPr/>
              </p:nvSpPr>
              <p:spPr>
                <a:xfrm>
                  <a:off x="5073049" y="3189209"/>
                  <a:ext cx="32985" cy="7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" h="221" extrusionOk="0">
                      <a:moveTo>
                        <a:pt x="0" y="0"/>
                      </a:moveTo>
                      <a:lnTo>
                        <a:pt x="220" y="110"/>
                      </a:lnTo>
                      <a:lnTo>
                        <a:pt x="441" y="184"/>
                      </a:lnTo>
                      <a:lnTo>
                        <a:pt x="954" y="220"/>
                      </a:lnTo>
                      <a:lnTo>
                        <a:pt x="991" y="147"/>
                      </a:lnTo>
                      <a:lnTo>
                        <a:pt x="954" y="73"/>
                      </a:lnTo>
                      <a:lnTo>
                        <a:pt x="477" y="37"/>
                      </a:lnTo>
                      <a:lnTo>
                        <a:pt x="220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23128;p37">
                  <a:extLst>
                    <a:ext uri="{FF2B5EF4-FFF2-40B4-BE49-F238E27FC236}">
                      <a16:creationId xmlns:a16="http://schemas.microsoft.com/office/drawing/2014/main" id="{A2C76E61-9917-67B6-193D-BF6E5F1B6F88}"/>
                    </a:ext>
                  </a:extLst>
                </p:cNvPr>
                <p:cNvSpPr/>
                <p:nvPr/>
              </p:nvSpPr>
              <p:spPr>
                <a:xfrm>
                  <a:off x="5074247" y="3211177"/>
                  <a:ext cx="28126" cy="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258" extrusionOk="0">
                      <a:moveTo>
                        <a:pt x="1" y="1"/>
                      </a:moveTo>
                      <a:lnTo>
                        <a:pt x="184" y="111"/>
                      </a:lnTo>
                      <a:lnTo>
                        <a:pt x="368" y="184"/>
                      </a:lnTo>
                      <a:lnTo>
                        <a:pt x="771" y="257"/>
                      </a:lnTo>
                      <a:lnTo>
                        <a:pt x="808" y="147"/>
                      </a:lnTo>
                      <a:lnTo>
                        <a:pt x="845" y="74"/>
                      </a:lnTo>
                      <a:lnTo>
                        <a:pt x="625" y="37"/>
                      </a:lnTo>
                      <a:lnTo>
                        <a:pt x="405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23129;p37">
                  <a:extLst>
                    <a:ext uri="{FF2B5EF4-FFF2-40B4-BE49-F238E27FC236}">
                      <a16:creationId xmlns:a16="http://schemas.microsoft.com/office/drawing/2014/main" id="{5B251467-82BE-6938-BCD3-E167AEDA7DC0}"/>
                    </a:ext>
                  </a:extLst>
                </p:cNvPr>
                <p:cNvSpPr/>
                <p:nvPr/>
              </p:nvSpPr>
              <p:spPr>
                <a:xfrm>
                  <a:off x="5055940" y="3269792"/>
                  <a:ext cx="24464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5" h="331" extrusionOk="0">
                      <a:moveTo>
                        <a:pt x="37" y="1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37" y="74"/>
                      </a:lnTo>
                      <a:lnTo>
                        <a:pt x="74" y="111"/>
                      </a:lnTo>
                      <a:lnTo>
                        <a:pt x="331" y="258"/>
                      </a:lnTo>
                      <a:lnTo>
                        <a:pt x="588" y="331"/>
                      </a:lnTo>
                      <a:lnTo>
                        <a:pt x="661" y="258"/>
                      </a:lnTo>
                      <a:lnTo>
                        <a:pt x="734" y="147"/>
                      </a:lnTo>
                      <a:lnTo>
                        <a:pt x="221" y="3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23130;p37">
                  <a:extLst>
                    <a:ext uri="{FF2B5EF4-FFF2-40B4-BE49-F238E27FC236}">
                      <a16:creationId xmlns:a16="http://schemas.microsoft.com/office/drawing/2014/main" id="{631058D4-4448-2D65-0C4E-A0FF85EE26F8}"/>
                    </a:ext>
                  </a:extLst>
                </p:cNvPr>
                <p:cNvSpPr/>
                <p:nvPr/>
              </p:nvSpPr>
              <p:spPr>
                <a:xfrm>
                  <a:off x="5081603" y="3130561"/>
                  <a:ext cx="24431" cy="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4" h="258" extrusionOk="0">
                      <a:moveTo>
                        <a:pt x="734" y="1"/>
                      </a:moveTo>
                      <a:lnTo>
                        <a:pt x="367" y="74"/>
                      </a:lnTo>
                      <a:lnTo>
                        <a:pt x="147" y="148"/>
                      </a:lnTo>
                      <a:lnTo>
                        <a:pt x="0" y="221"/>
                      </a:lnTo>
                      <a:lnTo>
                        <a:pt x="184" y="258"/>
                      </a:lnTo>
                      <a:lnTo>
                        <a:pt x="367" y="258"/>
                      </a:lnTo>
                      <a:lnTo>
                        <a:pt x="734" y="184"/>
                      </a:lnTo>
                      <a:lnTo>
                        <a:pt x="734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23131;p37">
                  <a:extLst>
                    <a:ext uri="{FF2B5EF4-FFF2-40B4-BE49-F238E27FC236}">
                      <a16:creationId xmlns:a16="http://schemas.microsoft.com/office/drawing/2014/main" id="{8B3B78B0-64B9-77FB-9CDE-C013FD717FDE}"/>
                    </a:ext>
                  </a:extLst>
                </p:cNvPr>
                <p:cNvSpPr/>
                <p:nvPr/>
              </p:nvSpPr>
              <p:spPr>
                <a:xfrm>
                  <a:off x="5082801" y="3156224"/>
                  <a:ext cx="24464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5" h="184" extrusionOk="0">
                      <a:moveTo>
                        <a:pt x="368" y="0"/>
                      </a:moveTo>
                      <a:lnTo>
                        <a:pt x="148" y="37"/>
                      </a:lnTo>
                      <a:lnTo>
                        <a:pt x="1" y="111"/>
                      </a:lnTo>
                      <a:lnTo>
                        <a:pt x="148" y="147"/>
                      </a:lnTo>
                      <a:lnTo>
                        <a:pt x="331" y="184"/>
                      </a:lnTo>
                      <a:lnTo>
                        <a:pt x="698" y="184"/>
                      </a:lnTo>
                      <a:lnTo>
                        <a:pt x="735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23132;p37">
                  <a:extLst>
                    <a:ext uri="{FF2B5EF4-FFF2-40B4-BE49-F238E27FC236}">
                      <a16:creationId xmlns:a16="http://schemas.microsoft.com/office/drawing/2014/main" id="{2C0434C8-8AD9-9E9D-235C-127C53398D16}"/>
                    </a:ext>
                  </a:extLst>
                </p:cNvPr>
                <p:cNvSpPr/>
                <p:nvPr/>
              </p:nvSpPr>
              <p:spPr>
                <a:xfrm>
                  <a:off x="5068156" y="3231947"/>
                  <a:ext cx="28126" cy="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5" h="294" extrusionOk="0">
                      <a:moveTo>
                        <a:pt x="184" y="0"/>
                      </a:moveTo>
                      <a:lnTo>
                        <a:pt x="1" y="37"/>
                      </a:lnTo>
                      <a:lnTo>
                        <a:pt x="111" y="74"/>
                      </a:lnTo>
                      <a:lnTo>
                        <a:pt x="221" y="110"/>
                      </a:lnTo>
                      <a:lnTo>
                        <a:pt x="331" y="184"/>
                      </a:lnTo>
                      <a:lnTo>
                        <a:pt x="404" y="184"/>
                      </a:lnTo>
                      <a:lnTo>
                        <a:pt x="624" y="220"/>
                      </a:lnTo>
                      <a:lnTo>
                        <a:pt x="808" y="294"/>
                      </a:lnTo>
                      <a:lnTo>
                        <a:pt x="844" y="220"/>
                      </a:lnTo>
                      <a:lnTo>
                        <a:pt x="844" y="147"/>
                      </a:lnTo>
                      <a:lnTo>
                        <a:pt x="624" y="74"/>
                      </a:lnTo>
                      <a:lnTo>
                        <a:pt x="404" y="37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23133;p37">
                  <a:extLst>
                    <a:ext uri="{FF2B5EF4-FFF2-40B4-BE49-F238E27FC236}">
                      <a16:creationId xmlns:a16="http://schemas.microsoft.com/office/drawing/2014/main" id="{69417CBE-BA9D-2E0B-9AD8-8BD5763CC039}"/>
                    </a:ext>
                  </a:extLst>
                </p:cNvPr>
                <p:cNvSpPr/>
                <p:nvPr/>
              </p:nvSpPr>
              <p:spPr>
                <a:xfrm>
                  <a:off x="5077942" y="3179423"/>
                  <a:ext cx="29324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1" h="185" extrusionOk="0">
                      <a:moveTo>
                        <a:pt x="147" y="1"/>
                      </a:moveTo>
                      <a:lnTo>
                        <a:pt x="0" y="37"/>
                      </a:lnTo>
                      <a:lnTo>
                        <a:pt x="257" y="111"/>
                      </a:lnTo>
                      <a:lnTo>
                        <a:pt x="514" y="147"/>
                      </a:lnTo>
                      <a:lnTo>
                        <a:pt x="660" y="147"/>
                      </a:lnTo>
                      <a:lnTo>
                        <a:pt x="844" y="184"/>
                      </a:lnTo>
                      <a:lnTo>
                        <a:pt x="881" y="111"/>
                      </a:lnTo>
                      <a:lnTo>
                        <a:pt x="881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23134;p37">
                  <a:extLst>
                    <a:ext uri="{FF2B5EF4-FFF2-40B4-BE49-F238E27FC236}">
                      <a16:creationId xmlns:a16="http://schemas.microsoft.com/office/drawing/2014/main" id="{5D0F0FBE-95A3-84AF-9391-D67D82967C6E}"/>
                    </a:ext>
                  </a:extLst>
                </p:cNvPr>
                <p:cNvSpPr/>
                <p:nvPr/>
              </p:nvSpPr>
              <p:spPr>
                <a:xfrm>
                  <a:off x="5071817" y="3222161"/>
                  <a:ext cx="26894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8" h="185" extrusionOk="0">
                      <a:moveTo>
                        <a:pt x="1" y="1"/>
                      </a:moveTo>
                      <a:lnTo>
                        <a:pt x="221" y="111"/>
                      </a:lnTo>
                      <a:lnTo>
                        <a:pt x="404" y="148"/>
                      </a:lnTo>
                      <a:lnTo>
                        <a:pt x="771" y="184"/>
                      </a:lnTo>
                      <a:lnTo>
                        <a:pt x="808" y="111"/>
                      </a:lnTo>
                      <a:lnTo>
                        <a:pt x="808" y="37"/>
                      </a:lnTo>
                      <a:lnTo>
                        <a:pt x="441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23135;p37">
                  <a:extLst>
                    <a:ext uri="{FF2B5EF4-FFF2-40B4-BE49-F238E27FC236}">
                      <a16:creationId xmlns:a16="http://schemas.microsoft.com/office/drawing/2014/main" id="{F9322193-7368-375D-DBB1-3943A7431E65}"/>
                    </a:ext>
                  </a:extLst>
                </p:cNvPr>
                <p:cNvSpPr/>
                <p:nvPr/>
              </p:nvSpPr>
              <p:spPr>
                <a:xfrm>
                  <a:off x="5081603" y="3145240"/>
                  <a:ext cx="24431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4" h="147" extrusionOk="0">
                      <a:moveTo>
                        <a:pt x="367" y="0"/>
                      </a:moveTo>
                      <a:lnTo>
                        <a:pt x="0" y="74"/>
                      </a:lnTo>
                      <a:lnTo>
                        <a:pt x="37" y="147"/>
                      </a:lnTo>
                      <a:lnTo>
                        <a:pt x="550" y="147"/>
                      </a:lnTo>
                      <a:lnTo>
                        <a:pt x="661" y="110"/>
                      </a:lnTo>
                      <a:lnTo>
                        <a:pt x="734" y="74"/>
                      </a:lnTo>
                      <a:lnTo>
                        <a:pt x="734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2" name="Google Shape;23136;p37">
              <a:extLst>
                <a:ext uri="{FF2B5EF4-FFF2-40B4-BE49-F238E27FC236}">
                  <a16:creationId xmlns:a16="http://schemas.microsoft.com/office/drawing/2014/main" id="{1DF19C16-246D-F748-5B3D-5C824F360580}"/>
                </a:ext>
              </a:extLst>
            </p:cNvPr>
            <p:cNvGrpSpPr/>
            <p:nvPr/>
          </p:nvGrpSpPr>
          <p:grpSpPr>
            <a:xfrm rot="-3599956">
              <a:off x="6250783" y="3332538"/>
              <a:ext cx="311019" cy="302644"/>
              <a:chOff x="5149597" y="2702409"/>
              <a:chExt cx="311026" cy="302651"/>
            </a:xfrm>
          </p:grpSpPr>
          <p:sp>
            <p:nvSpPr>
              <p:cNvPr id="83" name="Google Shape;23137;p37">
                <a:extLst>
                  <a:ext uri="{FF2B5EF4-FFF2-40B4-BE49-F238E27FC236}">
                    <a16:creationId xmlns:a16="http://schemas.microsoft.com/office/drawing/2014/main" id="{67672099-8CE7-7C8E-3CA4-32BEC30B1DFF}"/>
                  </a:ext>
                </a:extLst>
              </p:cNvPr>
              <p:cNvSpPr/>
              <p:nvPr/>
            </p:nvSpPr>
            <p:spPr>
              <a:xfrm>
                <a:off x="5149597" y="2702409"/>
                <a:ext cx="310953" cy="302537"/>
              </a:xfrm>
              <a:custGeom>
                <a:avLst/>
                <a:gdLst/>
                <a:ahLst/>
                <a:cxnLst/>
                <a:rect l="l" t="t" r="r" b="b"/>
                <a:pathLst>
                  <a:path w="5431" h="5284" extrusionOk="0">
                    <a:moveTo>
                      <a:pt x="1909" y="0"/>
                    </a:moveTo>
                    <a:lnTo>
                      <a:pt x="1725" y="74"/>
                    </a:lnTo>
                    <a:lnTo>
                      <a:pt x="1578" y="184"/>
                    </a:lnTo>
                    <a:lnTo>
                      <a:pt x="1468" y="367"/>
                    </a:lnTo>
                    <a:lnTo>
                      <a:pt x="1358" y="551"/>
                    </a:lnTo>
                    <a:lnTo>
                      <a:pt x="1211" y="734"/>
                    </a:lnTo>
                    <a:lnTo>
                      <a:pt x="1065" y="918"/>
                    </a:lnTo>
                    <a:lnTo>
                      <a:pt x="918" y="1064"/>
                    </a:lnTo>
                    <a:lnTo>
                      <a:pt x="698" y="1248"/>
                    </a:lnTo>
                    <a:lnTo>
                      <a:pt x="368" y="1541"/>
                    </a:lnTo>
                    <a:lnTo>
                      <a:pt x="221" y="1725"/>
                    </a:lnTo>
                    <a:lnTo>
                      <a:pt x="74" y="1908"/>
                    </a:lnTo>
                    <a:lnTo>
                      <a:pt x="1" y="2128"/>
                    </a:lnTo>
                    <a:lnTo>
                      <a:pt x="1" y="2312"/>
                    </a:lnTo>
                    <a:lnTo>
                      <a:pt x="37" y="2495"/>
                    </a:lnTo>
                    <a:lnTo>
                      <a:pt x="111" y="2679"/>
                    </a:lnTo>
                    <a:lnTo>
                      <a:pt x="221" y="2825"/>
                    </a:lnTo>
                    <a:lnTo>
                      <a:pt x="331" y="3009"/>
                    </a:lnTo>
                    <a:lnTo>
                      <a:pt x="624" y="3376"/>
                    </a:lnTo>
                    <a:lnTo>
                      <a:pt x="735" y="3559"/>
                    </a:lnTo>
                    <a:lnTo>
                      <a:pt x="845" y="3779"/>
                    </a:lnTo>
                    <a:lnTo>
                      <a:pt x="918" y="4073"/>
                    </a:lnTo>
                    <a:lnTo>
                      <a:pt x="955" y="4220"/>
                    </a:lnTo>
                    <a:lnTo>
                      <a:pt x="1028" y="4330"/>
                    </a:lnTo>
                    <a:lnTo>
                      <a:pt x="1138" y="4550"/>
                    </a:lnTo>
                    <a:lnTo>
                      <a:pt x="1285" y="4770"/>
                    </a:lnTo>
                    <a:lnTo>
                      <a:pt x="1432" y="4954"/>
                    </a:lnTo>
                    <a:lnTo>
                      <a:pt x="1615" y="5100"/>
                    </a:lnTo>
                    <a:lnTo>
                      <a:pt x="1762" y="5174"/>
                    </a:lnTo>
                    <a:lnTo>
                      <a:pt x="1945" y="5247"/>
                    </a:lnTo>
                    <a:lnTo>
                      <a:pt x="2129" y="5284"/>
                    </a:lnTo>
                    <a:lnTo>
                      <a:pt x="2422" y="5284"/>
                    </a:lnTo>
                    <a:lnTo>
                      <a:pt x="2569" y="5247"/>
                    </a:lnTo>
                    <a:lnTo>
                      <a:pt x="2716" y="5174"/>
                    </a:lnTo>
                    <a:lnTo>
                      <a:pt x="2863" y="5100"/>
                    </a:lnTo>
                    <a:lnTo>
                      <a:pt x="3083" y="4880"/>
                    </a:lnTo>
                    <a:lnTo>
                      <a:pt x="3266" y="4660"/>
                    </a:lnTo>
                    <a:lnTo>
                      <a:pt x="3413" y="4440"/>
                    </a:lnTo>
                    <a:lnTo>
                      <a:pt x="3596" y="4256"/>
                    </a:lnTo>
                    <a:lnTo>
                      <a:pt x="3853" y="4110"/>
                    </a:lnTo>
                    <a:lnTo>
                      <a:pt x="4110" y="4000"/>
                    </a:lnTo>
                    <a:lnTo>
                      <a:pt x="4294" y="3963"/>
                    </a:lnTo>
                    <a:lnTo>
                      <a:pt x="4514" y="3889"/>
                    </a:lnTo>
                    <a:lnTo>
                      <a:pt x="4697" y="3779"/>
                    </a:lnTo>
                    <a:lnTo>
                      <a:pt x="4844" y="3669"/>
                    </a:lnTo>
                    <a:lnTo>
                      <a:pt x="4991" y="3523"/>
                    </a:lnTo>
                    <a:lnTo>
                      <a:pt x="5137" y="3376"/>
                    </a:lnTo>
                    <a:lnTo>
                      <a:pt x="5248" y="3192"/>
                    </a:lnTo>
                    <a:lnTo>
                      <a:pt x="5321" y="3009"/>
                    </a:lnTo>
                    <a:lnTo>
                      <a:pt x="5394" y="2789"/>
                    </a:lnTo>
                    <a:lnTo>
                      <a:pt x="5431" y="2569"/>
                    </a:lnTo>
                    <a:lnTo>
                      <a:pt x="5394" y="2385"/>
                    </a:lnTo>
                    <a:lnTo>
                      <a:pt x="5358" y="1945"/>
                    </a:lnTo>
                    <a:lnTo>
                      <a:pt x="5321" y="1835"/>
                    </a:lnTo>
                    <a:lnTo>
                      <a:pt x="5284" y="1688"/>
                    </a:lnTo>
                    <a:lnTo>
                      <a:pt x="5101" y="1468"/>
                    </a:lnTo>
                    <a:lnTo>
                      <a:pt x="4881" y="1284"/>
                    </a:lnTo>
                    <a:lnTo>
                      <a:pt x="4624" y="1138"/>
                    </a:lnTo>
                    <a:lnTo>
                      <a:pt x="4367" y="1064"/>
                    </a:lnTo>
                    <a:lnTo>
                      <a:pt x="4147" y="1028"/>
                    </a:lnTo>
                    <a:lnTo>
                      <a:pt x="3927" y="954"/>
                    </a:lnTo>
                    <a:lnTo>
                      <a:pt x="3743" y="881"/>
                    </a:lnTo>
                    <a:lnTo>
                      <a:pt x="3596" y="734"/>
                    </a:lnTo>
                    <a:lnTo>
                      <a:pt x="3193" y="441"/>
                    </a:lnTo>
                    <a:lnTo>
                      <a:pt x="2973" y="294"/>
                    </a:lnTo>
                    <a:lnTo>
                      <a:pt x="2753" y="147"/>
                    </a:lnTo>
                    <a:lnTo>
                      <a:pt x="2532" y="74"/>
                    </a:lnTo>
                    <a:lnTo>
                      <a:pt x="2276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4" name="Google Shape;23138;p37">
                <a:extLst>
                  <a:ext uri="{FF2B5EF4-FFF2-40B4-BE49-F238E27FC236}">
                    <a16:creationId xmlns:a16="http://schemas.microsoft.com/office/drawing/2014/main" id="{7417BAED-F29D-2E63-E07B-99DF6E2B08D7}"/>
                  </a:ext>
                </a:extLst>
              </p:cNvPr>
              <p:cNvGrpSpPr/>
              <p:nvPr/>
            </p:nvGrpSpPr>
            <p:grpSpPr>
              <a:xfrm>
                <a:off x="5149661" y="2702457"/>
                <a:ext cx="310962" cy="302602"/>
                <a:chOff x="5149661" y="2702457"/>
                <a:chExt cx="310962" cy="302602"/>
              </a:xfrm>
            </p:grpSpPr>
            <p:sp>
              <p:nvSpPr>
                <p:cNvPr id="88" name="Google Shape;23139;p37">
                  <a:extLst>
                    <a:ext uri="{FF2B5EF4-FFF2-40B4-BE49-F238E27FC236}">
                      <a16:creationId xmlns:a16="http://schemas.microsoft.com/office/drawing/2014/main" id="{BC6204A2-ED76-420F-91A9-59C31F6AD041}"/>
                    </a:ext>
                  </a:extLst>
                </p:cNvPr>
                <p:cNvSpPr/>
                <p:nvPr/>
              </p:nvSpPr>
              <p:spPr>
                <a:xfrm>
                  <a:off x="5149661" y="2702457"/>
                  <a:ext cx="310962" cy="302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31" h="5285" extrusionOk="0">
                      <a:moveTo>
                        <a:pt x="2019" y="1"/>
                      </a:moveTo>
                      <a:lnTo>
                        <a:pt x="1799" y="37"/>
                      </a:lnTo>
                      <a:lnTo>
                        <a:pt x="1615" y="184"/>
                      </a:lnTo>
                      <a:lnTo>
                        <a:pt x="1468" y="368"/>
                      </a:lnTo>
                      <a:lnTo>
                        <a:pt x="1358" y="551"/>
                      </a:lnTo>
                      <a:lnTo>
                        <a:pt x="1211" y="734"/>
                      </a:lnTo>
                      <a:lnTo>
                        <a:pt x="1065" y="918"/>
                      </a:lnTo>
                      <a:lnTo>
                        <a:pt x="918" y="1065"/>
                      </a:lnTo>
                      <a:lnTo>
                        <a:pt x="698" y="1248"/>
                      </a:lnTo>
                      <a:lnTo>
                        <a:pt x="368" y="1542"/>
                      </a:lnTo>
                      <a:lnTo>
                        <a:pt x="221" y="1725"/>
                      </a:lnTo>
                      <a:lnTo>
                        <a:pt x="74" y="1909"/>
                      </a:lnTo>
                      <a:lnTo>
                        <a:pt x="1" y="2129"/>
                      </a:lnTo>
                      <a:lnTo>
                        <a:pt x="1" y="2312"/>
                      </a:lnTo>
                      <a:lnTo>
                        <a:pt x="37" y="2496"/>
                      </a:lnTo>
                      <a:lnTo>
                        <a:pt x="111" y="2679"/>
                      </a:lnTo>
                      <a:lnTo>
                        <a:pt x="221" y="2826"/>
                      </a:lnTo>
                      <a:lnTo>
                        <a:pt x="331" y="3009"/>
                      </a:lnTo>
                      <a:lnTo>
                        <a:pt x="624" y="3376"/>
                      </a:lnTo>
                      <a:lnTo>
                        <a:pt x="735" y="3560"/>
                      </a:lnTo>
                      <a:lnTo>
                        <a:pt x="845" y="3780"/>
                      </a:lnTo>
                      <a:lnTo>
                        <a:pt x="918" y="4073"/>
                      </a:lnTo>
                      <a:lnTo>
                        <a:pt x="955" y="4220"/>
                      </a:lnTo>
                      <a:lnTo>
                        <a:pt x="1028" y="4330"/>
                      </a:lnTo>
                      <a:lnTo>
                        <a:pt x="1138" y="4550"/>
                      </a:lnTo>
                      <a:lnTo>
                        <a:pt x="1285" y="4770"/>
                      </a:lnTo>
                      <a:lnTo>
                        <a:pt x="1432" y="4954"/>
                      </a:lnTo>
                      <a:lnTo>
                        <a:pt x="1615" y="5101"/>
                      </a:lnTo>
                      <a:lnTo>
                        <a:pt x="1909" y="5211"/>
                      </a:lnTo>
                      <a:lnTo>
                        <a:pt x="2092" y="5284"/>
                      </a:lnTo>
                      <a:lnTo>
                        <a:pt x="2386" y="5284"/>
                      </a:lnTo>
                      <a:lnTo>
                        <a:pt x="2569" y="5247"/>
                      </a:lnTo>
                      <a:lnTo>
                        <a:pt x="2716" y="5211"/>
                      </a:lnTo>
                      <a:lnTo>
                        <a:pt x="2863" y="5101"/>
                      </a:lnTo>
                      <a:lnTo>
                        <a:pt x="3083" y="4881"/>
                      </a:lnTo>
                      <a:lnTo>
                        <a:pt x="3266" y="4660"/>
                      </a:lnTo>
                      <a:lnTo>
                        <a:pt x="3413" y="4440"/>
                      </a:lnTo>
                      <a:lnTo>
                        <a:pt x="3596" y="4257"/>
                      </a:lnTo>
                      <a:lnTo>
                        <a:pt x="3853" y="4110"/>
                      </a:lnTo>
                      <a:lnTo>
                        <a:pt x="4110" y="4000"/>
                      </a:lnTo>
                      <a:lnTo>
                        <a:pt x="4294" y="3963"/>
                      </a:lnTo>
                      <a:lnTo>
                        <a:pt x="4514" y="3890"/>
                      </a:lnTo>
                      <a:lnTo>
                        <a:pt x="4697" y="3780"/>
                      </a:lnTo>
                      <a:lnTo>
                        <a:pt x="4844" y="3670"/>
                      </a:lnTo>
                      <a:lnTo>
                        <a:pt x="4991" y="3523"/>
                      </a:lnTo>
                      <a:lnTo>
                        <a:pt x="5137" y="3376"/>
                      </a:lnTo>
                      <a:lnTo>
                        <a:pt x="5248" y="3193"/>
                      </a:lnTo>
                      <a:lnTo>
                        <a:pt x="5321" y="3009"/>
                      </a:lnTo>
                      <a:lnTo>
                        <a:pt x="5394" y="2789"/>
                      </a:lnTo>
                      <a:lnTo>
                        <a:pt x="5431" y="2569"/>
                      </a:lnTo>
                      <a:lnTo>
                        <a:pt x="5394" y="2386"/>
                      </a:lnTo>
                      <a:lnTo>
                        <a:pt x="5358" y="1945"/>
                      </a:lnTo>
                      <a:lnTo>
                        <a:pt x="5321" y="1835"/>
                      </a:lnTo>
                      <a:lnTo>
                        <a:pt x="5284" y="1688"/>
                      </a:lnTo>
                      <a:lnTo>
                        <a:pt x="5101" y="1468"/>
                      </a:lnTo>
                      <a:lnTo>
                        <a:pt x="4881" y="1285"/>
                      </a:lnTo>
                      <a:lnTo>
                        <a:pt x="4624" y="1138"/>
                      </a:lnTo>
                      <a:lnTo>
                        <a:pt x="4367" y="1065"/>
                      </a:lnTo>
                      <a:lnTo>
                        <a:pt x="4147" y="1028"/>
                      </a:lnTo>
                      <a:lnTo>
                        <a:pt x="3927" y="955"/>
                      </a:lnTo>
                      <a:lnTo>
                        <a:pt x="3743" y="881"/>
                      </a:lnTo>
                      <a:lnTo>
                        <a:pt x="3596" y="734"/>
                      </a:lnTo>
                      <a:lnTo>
                        <a:pt x="3193" y="441"/>
                      </a:lnTo>
                      <a:lnTo>
                        <a:pt x="2973" y="294"/>
                      </a:lnTo>
                      <a:lnTo>
                        <a:pt x="2753" y="147"/>
                      </a:lnTo>
                      <a:lnTo>
                        <a:pt x="2532" y="74"/>
                      </a:lnTo>
                      <a:lnTo>
                        <a:pt x="2276" y="1"/>
                      </a:lnTo>
                      <a:close/>
                    </a:path>
                  </a:pathLst>
                </a:custGeom>
                <a:solidFill>
                  <a:srgbClr val="000000">
                    <a:alpha val="227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23140;p37">
                  <a:extLst>
                    <a:ext uri="{FF2B5EF4-FFF2-40B4-BE49-F238E27FC236}">
                      <a16:creationId xmlns:a16="http://schemas.microsoft.com/office/drawing/2014/main" id="{ABD4C223-A49D-1FA9-847C-9FB264E1F6C8}"/>
                    </a:ext>
                  </a:extLst>
                </p:cNvPr>
                <p:cNvSpPr/>
                <p:nvPr/>
              </p:nvSpPr>
              <p:spPr>
                <a:xfrm>
                  <a:off x="5170675" y="2719290"/>
                  <a:ext cx="121901" cy="14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9" h="2459" extrusionOk="0">
                      <a:moveTo>
                        <a:pt x="1835" y="0"/>
                      </a:moveTo>
                      <a:lnTo>
                        <a:pt x="1615" y="37"/>
                      </a:lnTo>
                      <a:lnTo>
                        <a:pt x="1432" y="147"/>
                      </a:lnTo>
                      <a:lnTo>
                        <a:pt x="1285" y="294"/>
                      </a:lnTo>
                      <a:lnTo>
                        <a:pt x="1175" y="440"/>
                      </a:lnTo>
                      <a:lnTo>
                        <a:pt x="1065" y="624"/>
                      </a:lnTo>
                      <a:lnTo>
                        <a:pt x="955" y="771"/>
                      </a:lnTo>
                      <a:lnTo>
                        <a:pt x="734" y="991"/>
                      </a:lnTo>
                      <a:lnTo>
                        <a:pt x="441" y="1174"/>
                      </a:lnTo>
                      <a:lnTo>
                        <a:pt x="221" y="1358"/>
                      </a:lnTo>
                      <a:lnTo>
                        <a:pt x="111" y="1468"/>
                      </a:lnTo>
                      <a:lnTo>
                        <a:pt x="74" y="1578"/>
                      </a:lnTo>
                      <a:lnTo>
                        <a:pt x="37" y="1688"/>
                      </a:lnTo>
                      <a:lnTo>
                        <a:pt x="1" y="1835"/>
                      </a:lnTo>
                      <a:lnTo>
                        <a:pt x="37" y="2128"/>
                      </a:lnTo>
                      <a:lnTo>
                        <a:pt x="74" y="2275"/>
                      </a:lnTo>
                      <a:lnTo>
                        <a:pt x="147" y="2458"/>
                      </a:lnTo>
                      <a:lnTo>
                        <a:pt x="184" y="2422"/>
                      </a:lnTo>
                      <a:lnTo>
                        <a:pt x="147" y="2238"/>
                      </a:lnTo>
                      <a:lnTo>
                        <a:pt x="147" y="2092"/>
                      </a:lnTo>
                      <a:lnTo>
                        <a:pt x="184" y="1945"/>
                      </a:lnTo>
                      <a:lnTo>
                        <a:pt x="221" y="1798"/>
                      </a:lnTo>
                      <a:lnTo>
                        <a:pt x="294" y="1688"/>
                      </a:lnTo>
                      <a:lnTo>
                        <a:pt x="368" y="1578"/>
                      </a:lnTo>
                      <a:lnTo>
                        <a:pt x="514" y="1468"/>
                      </a:lnTo>
                      <a:lnTo>
                        <a:pt x="661" y="1358"/>
                      </a:lnTo>
                      <a:lnTo>
                        <a:pt x="734" y="1321"/>
                      </a:lnTo>
                      <a:lnTo>
                        <a:pt x="881" y="1174"/>
                      </a:lnTo>
                      <a:lnTo>
                        <a:pt x="1028" y="1064"/>
                      </a:lnTo>
                      <a:lnTo>
                        <a:pt x="1175" y="881"/>
                      </a:lnTo>
                      <a:lnTo>
                        <a:pt x="1285" y="697"/>
                      </a:lnTo>
                      <a:lnTo>
                        <a:pt x="1432" y="477"/>
                      </a:lnTo>
                      <a:lnTo>
                        <a:pt x="1615" y="294"/>
                      </a:lnTo>
                      <a:lnTo>
                        <a:pt x="1688" y="220"/>
                      </a:lnTo>
                      <a:lnTo>
                        <a:pt x="1835" y="184"/>
                      </a:lnTo>
                      <a:lnTo>
                        <a:pt x="1945" y="147"/>
                      </a:lnTo>
                      <a:lnTo>
                        <a:pt x="2129" y="147"/>
                      </a:lnTo>
                      <a:lnTo>
                        <a:pt x="2019" y="37"/>
                      </a:lnTo>
                      <a:lnTo>
                        <a:pt x="1835" y="0"/>
                      </a:lnTo>
                      <a:close/>
                    </a:path>
                  </a:pathLst>
                </a:custGeom>
                <a:solidFill>
                  <a:srgbClr val="000000">
                    <a:alpha val="772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23141;p37">
                  <a:extLst>
                    <a:ext uri="{FF2B5EF4-FFF2-40B4-BE49-F238E27FC236}">
                      <a16:creationId xmlns:a16="http://schemas.microsoft.com/office/drawing/2014/main" id="{35AD395C-6932-AA5A-2857-4C7E681F3C3C}"/>
                    </a:ext>
                  </a:extLst>
                </p:cNvPr>
                <p:cNvSpPr/>
                <p:nvPr/>
              </p:nvSpPr>
              <p:spPr>
                <a:xfrm>
                  <a:off x="5248429" y="2786510"/>
                  <a:ext cx="115602" cy="115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2019" extrusionOk="0">
                      <a:moveTo>
                        <a:pt x="954" y="0"/>
                      </a:moveTo>
                      <a:lnTo>
                        <a:pt x="697" y="37"/>
                      </a:lnTo>
                      <a:lnTo>
                        <a:pt x="477" y="110"/>
                      </a:lnTo>
                      <a:lnTo>
                        <a:pt x="257" y="257"/>
                      </a:lnTo>
                      <a:lnTo>
                        <a:pt x="147" y="367"/>
                      </a:lnTo>
                      <a:lnTo>
                        <a:pt x="110" y="477"/>
                      </a:lnTo>
                      <a:lnTo>
                        <a:pt x="0" y="661"/>
                      </a:lnTo>
                      <a:lnTo>
                        <a:pt x="0" y="844"/>
                      </a:lnTo>
                      <a:lnTo>
                        <a:pt x="0" y="1064"/>
                      </a:lnTo>
                      <a:lnTo>
                        <a:pt x="74" y="1248"/>
                      </a:lnTo>
                      <a:lnTo>
                        <a:pt x="147" y="1468"/>
                      </a:lnTo>
                      <a:lnTo>
                        <a:pt x="257" y="1651"/>
                      </a:lnTo>
                      <a:lnTo>
                        <a:pt x="404" y="1798"/>
                      </a:lnTo>
                      <a:lnTo>
                        <a:pt x="624" y="1908"/>
                      </a:lnTo>
                      <a:lnTo>
                        <a:pt x="881" y="2018"/>
                      </a:lnTo>
                      <a:lnTo>
                        <a:pt x="1174" y="2018"/>
                      </a:lnTo>
                      <a:lnTo>
                        <a:pt x="1468" y="1945"/>
                      </a:lnTo>
                      <a:lnTo>
                        <a:pt x="1578" y="1908"/>
                      </a:lnTo>
                      <a:lnTo>
                        <a:pt x="1688" y="1835"/>
                      </a:lnTo>
                      <a:lnTo>
                        <a:pt x="1798" y="1725"/>
                      </a:lnTo>
                      <a:lnTo>
                        <a:pt x="1871" y="1578"/>
                      </a:lnTo>
                      <a:lnTo>
                        <a:pt x="1945" y="1431"/>
                      </a:lnTo>
                      <a:lnTo>
                        <a:pt x="1981" y="1284"/>
                      </a:lnTo>
                      <a:lnTo>
                        <a:pt x="2018" y="1138"/>
                      </a:lnTo>
                      <a:lnTo>
                        <a:pt x="2018" y="991"/>
                      </a:lnTo>
                      <a:lnTo>
                        <a:pt x="1981" y="844"/>
                      </a:lnTo>
                      <a:lnTo>
                        <a:pt x="1908" y="661"/>
                      </a:lnTo>
                      <a:lnTo>
                        <a:pt x="1798" y="404"/>
                      </a:lnTo>
                      <a:lnTo>
                        <a:pt x="1615" y="220"/>
                      </a:lnTo>
                      <a:lnTo>
                        <a:pt x="1431" y="74"/>
                      </a:lnTo>
                      <a:lnTo>
                        <a:pt x="12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23142;p37">
                  <a:extLst>
                    <a:ext uri="{FF2B5EF4-FFF2-40B4-BE49-F238E27FC236}">
                      <a16:creationId xmlns:a16="http://schemas.microsoft.com/office/drawing/2014/main" id="{F70AEF9C-F251-B60A-9EA2-578AD31B9F38}"/>
                    </a:ext>
                  </a:extLst>
                </p:cNvPr>
                <p:cNvSpPr/>
                <p:nvPr/>
              </p:nvSpPr>
              <p:spPr>
                <a:xfrm>
                  <a:off x="5258907" y="2796988"/>
                  <a:ext cx="92527" cy="35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625" extrusionOk="0">
                      <a:moveTo>
                        <a:pt x="514" y="1"/>
                      </a:moveTo>
                      <a:lnTo>
                        <a:pt x="368" y="37"/>
                      </a:lnTo>
                      <a:lnTo>
                        <a:pt x="221" y="148"/>
                      </a:lnTo>
                      <a:lnTo>
                        <a:pt x="74" y="258"/>
                      </a:lnTo>
                      <a:lnTo>
                        <a:pt x="1" y="368"/>
                      </a:lnTo>
                      <a:lnTo>
                        <a:pt x="1" y="441"/>
                      </a:lnTo>
                      <a:lnTo>
                        <a:pt x="1" y="514"/>
                      </a:lnTo>
                      <a:lnTo>
                        <a:pt x="147" y="441"/>
                      </a:lnTo>
                      <a:lnTo>
                        <a:pt x="257" y="368"/>
                      </a:lnTo>
                      <a:lnTo>
                        <a:pt x="404" y="294"/>
                      </a:lnTo>
                      <a:lnTo>
                        <a:pt x="588" y="258"/>
                      </a:lnTo>
                      <a:lnTo>
                        <a:pt x="881" y="258"/>
                      </a:lnTo>
                      <a:lnTo>
                        <a:pt x="1138" y="294"/>
                      </a:lnTo>
                      <a:lnTo>
                        <a:pt x="1395" y="404"/>
                      </a:lnTo>
                      <a:lnTo>
                        <a:pt x="1505" y="514"/>
                      </a:lnTo>
                      <a:lnTo>
                        <a:pt x="1615" y="625"/>
                      </a:lnTo>
                      <a:lnTo>
                        <a:pt x="1578" y="404"/>
                      </a:lnTo>
                      <a:lnTo>
                        <a:pt x="1468" y="221"/>
                      </a:lnTo>
                      <a:lnTo>
                        <a:pt x="1285" y="111"/>
                      </a:lnTo>
                      <a:lnTo>
                        <a:pt x="1101" y="37"/>
                      </a:lnTo>
                      <a:lnTo>
                        <a:pt x="881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2" name="Google Shape;23143;p37">
              <a:extLst>
                <a:ext uri="{FF2B5EF4-FFF2-40B4-BE49-F238E27FC236}">
                  <a16:creationId xmlns:a16="http://schemas.microsoft.com/office/drawing/2014/main" id="{FDCEEF54-CA56-FC4F-A1D8-56DE144CA264}"/>
                </a:ext>
              </a:extLst>
            </p:cNvPr>
            <p:cNvGrpSpPr/>
            <p:nvPr/>
          </p:nvGrpSpPr>
          <p:grpSpPr>
            <a:xfrm>
              <a:off x="6973327" y="1582166"/>
              <a:ext cx="195415" cy="392942"/>
              <a:chOff x="5462444" y="3145483"/>
              <a:chExt cx="238427" cy="479432"/>
            </a:xfrm>
          </p:grpSpPr>
          <p:sp>
            <p:nvSpPr>
              <p:cNvPr id="93" name="Google Shape;23144;p37">
                <a:extLst>
                  <a:ext uri="{FF2B5EF4-FFF2-40B4-BE49-F238E27FC236}">
                    <a16:creationId xmlns:a16="http://schemas.microsoft.com/office/drawing/2014/main" id="{8EE79B8A-3ED1-2FFF-46AC-6E823B7FA846}"/>
                  </a:ext>
                </a:extLst>
              </p:cNvPr>
              <p:cNvSpPr/>
              <p:nvPr/>
            </p:nvSpPr>
            <p:spPr>
              <a:xfrm>
                <a:off x="5462444" y="3145483"/>
                <a:ext cx="238424" cy="479432"/>
              </a:xfrm>
              <a:custGeom>
                <a:avLst/>
                <a:gdLst/>
                <a:ahLst/>
                <a:cxnLst/>
                <a:rect l="l" t="t" r="r" b="b"/>
                <a:pathLst>
                  <a:path w="3413" h="6863" extrusionOk="0">
                    <a:moveTo>
                      <a:pt x="3009" y="1"/>
                    </a:moveTo>
                    <a:lnTo>
                      <a:pt x="2899" y="38"/>
                    </a:lnTo>
                    <a:lnTo>
                      <a:pt x="2679" y="148"/>
                    </a:lnTo>
                    <a:lnTo>
                      <a:pt x="2165" y="551"/>
                    </a:lnTo>
                    <a:lnTo>
                      <a:pt x="1909" y="808"/>
                    </a:lnTo>
                    <a:lnTo>
                      <a:pt x="1652" y="1065"/>
                    </a:lnTo>
                    <a:lnTo>
                      <a:pt x="1395" y="1322"/>
                    </a:lnTo>
                    <a:lnTo>
                      <a:pt x="1175" y="1615"/>
                    </a:lnTo>
                    <a:lnTo>
                      <a:pt x="808" y="2202"/>
                    </a:lnTo>
                    <a:lnTo>
                      <a:pt x="478" y="2863"/>
                    </a:lnTo>
                    <a:lnTo>
                      <a:pt x="257" y="3450"/>
                    </a:lnTo>
                    <a:lnTo>
                      <a:pt x="111" y="4037"/>
                    </a:lnTo>
                    <a:lnTo>
                      <a:pt x="37" y="4661"/>
                    </a:lnTo>
                    <a:lnTo>
                      <a:pt x="1" y="5284"/>
                    </a:lnTo>
                    <a:lnTo>
                      <a:pt x="1" y="5871"/>
                    </a:lnTo>
                    <a:lnTo>
                      <a:pt x="37" y="6128"/>
                    </a:lnTo>
                    <a:lnTo>
                      <a:pt x="74" y="6422"/>
                    </a:lnTo>
                    <a:lnTo>
                      <a:pt x="147" y="6605"/>
                    </a:lnTo>
                    <a:lnTo>
                      <a:pt x="221" y="6715"/>
                    </a:lnTo>
                    <a:lnTo>
                      <a:pt x="294" y="6789"/>
                    </a:lnTo>
                    <a:lnTo>
                      <a:pt x="404" y="6825"/>
                    </a:lnTo>
                    <a:lnTo>
                      <a:pt x="514" y="6862"/>
                    </a:lnTo>
                    <a:lnTo>
                      <a:pt x="698" y="6825"/>
                    </a:lnTo>
                    <a:lnTo>
                      <a:pt x="808" y="6715"/>
                    </a:lnTo>
                    <a:lnTo>
                      <a:pt x="1028" y="6532"/>
                    </a:lnTo>
                    <a:lnTo>
                      <a:pt x="1468" y="6018"/>
                    </a:lnTo>
                    <a:lnTo>
                      <a:pt x="1909" y="5505"/>
                    </a:lnTo>
                    <a:lnTo>
                      <a:pt x="2312" y="4954"/>
                    </a:lnTo>
                    <a:lnTo>
                      <a:pt x="2679" y="4330"/>
                    </a:lnTo>
                    <a:lnTo>
                      <a:pt x="2936" y="3780"/>
                    </a:lnTo>
                    <a:lnTo>
                      <a:pt x="3156" y="3230"/>
                    </a:lnTo>
                    <a:lnTo>
                      <a:pt x="3303" y="2643"/>
                    </a:lnTo>
                    <a:lnTo>
                      <a:pt x="3413" y="2019"/>
                    </a:lnTo>
                    <a:lnTo>
                      <a:pt x="3413" y="1579"/>
                    </a:lnTo>
                    <a:lnTo>
                      <a:pt x="3413" y="1102"/>
                    </a:lnTo>
                    <a:lnTo>
                      <a:pt x="3340" y="184"/>
                    </a:lnTo>
                    <a:lnTo>
                      <a:pt x="3340" y="148"/>
                    </a:lnTo>
                    <a:lnTo>
                      <a:pt x="3303" y="74"/>
                    </a:lnTo>
                    <a:lnTo>
                      <a:pt x="3266" y="38"/>
                    </a:lnTo>
                    <a:lnTo>
                      <a:pt x="3229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" name="Google Shape;23145;p37">
                <a:extLst>
                  <a:ext uri="{FF2B5EF4-FFF2-40B4-BE49-F238E27FC236}">
                    <a16:creationId xmlns:a16="http://schemas.microsoft.com/office/drawing/2014/main" id="{920D9A78-E5B5-64ED-6A63-F140A591C65E}"/>
                  </a:ext>
                </a:extLst>
              </p:cNvPr>
              <p:cNvGrpSpPr/>
              <p:nvPr/>
            </p:nvGrpSpPr>
            <p:grpSpPr>
              <a:xfrm>
                <a:off x="5462444" y="3145518"/>
                <a:ext cx="238427" cy="479369"/>
                <a:chOff x="7128470" y="1772784"/>
                <a:chExt cx="113602" cy="228402"/>
              </a:xfrm>
            </p:grpSpPr>
            <p:sp>
              <p:nvSpPr>
                <p:cNvPr id="95" name="Google Shape;23146;p37">
                  <a:extLst>
                    <a:ext uri="{FF2B5EF4-FFF2-40B4-BE49-F238E27FC236}">
                      <a16:creationId xmlns:a16="http://schemas.microsoft.com/office/drawing/2014/main" id="{7CFF3A10-178F-0B73-4911-2BB23A6449E7}"/>
                    </a:ext>
                  </a:extLst>
                </p:cNvPr>
                <p:cNvSpPr/>
                <p:nvPr/>
              </p:nvSpPr>
              <p:spPr>
                <a:xfrm>
                  <a:off x="7128470" y="1772784"/>
                  <a:ext cx="113602" cy="228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3" h="6862" extrusionOk="0">
                      <a:moveTo>
                        <a:pt x="2532" y="734"/>
                      </a:moveTo>
                      <a:lnTo>
                        <a:pt x="2752" y="771"/>
                      </a:lnTo>
                      <a:lnTo>
                        <a:pt x="2973" y="881"/>
                      </a:lnTo>
                      <a:lnTo>
                        <a:pt x="3009" y="1064"/>
                      </a:lnTo>
                      <a:lnTo>
                        <a:pt x="3009" y="1211"/>
                      </a:lnTo>
                      <a:lnTo>
                        <a:pt x="3009" y="1578"/>
                      </a:lnTo>
                      <a:lnTo>
                        <a:pt x="3009" y="1798"/>
                      </a:lnTo>
                      <a:lnTo>
                        <a:pt x="3009" y="1908"/>
                      </a:lnTo>
                      <a:lnTo>
                        <a:pt x="2973" y="2018"/>
                      </a:lnTo>
                      <a:lnTo>
                        <a:pt x="2789" y="2165"/>
                      </a:lnTo>
                      <a:lnTo>
                        <a:pt x="2716" y="2238"/>
                      </a:lnTo>
                      <a:lnTo>
                        <a:pt x="2606" y="2275"/>
                      </a:lnTo>
                      <a:lnTo>
                        <a:pt x="2642" y="2422"/>
                      </a:lnTo>
                      <a:lnTo>
                        <a:pt x="2679" y="2569"/>
                      </a:lnTo>
                      <a:lnTo>
                        <a:pt x="2679" y="2752"/>
                      </a:lnTo>
                      <a:lnTo>
                        <a:pt x="2642" y="2899"/>
                      </a:lnTo>
                      <a:lnTo>
                        <a:pt x="2606" y="3046"/>
                      </a:lnTo>
                      <a:lnTo>
                        <a:pt x="2532" y="3192"/>
                      </a:lnTo>
                      <a:lnTo>
                        <a:pt x="2422" y="3302"/>
                      </a:lnTo>
                      <a:lnTo>
                        <a:pt x="2312" y="3413"/>
                      </a:lnTo>
                      <a:lnTo>
                        <a:pt x="2165" y="3486"/>
                      </a:lnTo>
                      <a:lnTo>
                        <a:pt x="2092" y="3523"/>
                      </a:lnTo>
                      <a:lnTo>
                        <a:pt x="2092" y="3559"/>
                      </a:lnTo>
                      <a:lnTo>
                        <a:pt x="2092" y="3706"/>
                      </a:lnTo>
                      <a:lnTo>
                        <a:pt x="2129" y="3853"/>
                      </a:lnTo>
                      <a:lnTo>
                        <a:pt x="2129" y="4036"/>
                      </a:lnTo>
                      <a:lnTo>
                        <a:pt x="2092" y="4220"/>
                      </a:lnTo>
                      <a:lnTo>
                        <a:pt x="1982" y="4403"/>
                      </a:lnTo>
                      <a:lnTo>
                        <a:pt x="1872" y="4513"/>
                      </a:lnTo>
                      <a:lnTo>
                        <a:pt x="1688" y="4660"/>
                      </a:lnTo>
                      <a:lnTo>
                        <a:pt x="1542" y="4733"/>
                      </a:lnTo>
                      <a:lnTo>
                        <a:pt x="1542" y="4807"/>
                      </a:lnTo>
                      <a:lnTo>
                        <a:pt x="1578" y="4917"/>
                      </a:lnTo>
                      <a:lnTo>
                        <a:pt x="1578" y="4954"/>
                      </a:lnTo>
                      <a:lnTo>
                        <a:pt x="1578" y="5174"/>
                      </a:lnTo>
                      <a:lnTo>
                        <a:pt x="1542" y="5394"/>
                      </a:lnTo>
                      <a:lnTo>
                        <a:pt x="1505" y="5467"/>
                      </a:lnTo>
                      <a:lnTo>
                        <a:pt x="1468" y="5504"/>
                      </a:lnTo>
                      <a:lnTo>
                        <a:pt x="1468" y="5541"/>
                      </a:lnTo>
                      <a:lnTo>
                        <a:pt x="1432" y="5577"/>
                      </a:lnTo>
                      <a:lnTo>
                        <a:pt x="1395" y="5614"/>
                      </a:lnTo>
                      <a:lnTo>
                        <a:pt x="1358" y="5651"/>
                      </a:lnTo>
                      <a:lnTo>
                        <a:pt x="1322" y="5687"/>
                      </a:lnTo>
                      <a:lnTo>
                        <a:pt x="1175" y="5761"/>
                      </a:lnTo>
                      <a:lnTo>
                        <a:pt x="1028" y="5797"/>
                      </a:lnTo>
                      <a:lnTo>
                        <a:pt x="881" y="5797"/>
                      </a:lnTo>
                      <a:lnTo>
                        <a:pt x="771" y="5761"/>
                      </a:lnTo>
                      <a:lnTo>
                        <a:pt x="624" y="5687"/>
                      </a:lnTo>
                      <a:lnTo>
                        <a:pt x="478" y="5577"/>
                      </a:lnTo>
                      <a:lnTo>
                        <a:pt x="441" y="5357"/>
                      </a:lnTo>
                      <a:lnTo>
                        <a:pt x="441" y="5100"/>
                      </a:lnTo>
                      <a:lnTo>
                        <a:pt x="478" y="4880"/>
                      </a:lnTo>
                      <a:lnTo>
                        <a:pt x="551" y="4660"/>
                      </a:lnTo>
                      <a:lnTo>
                        <a:pt x="881" y="4440"/>
                      </a:lnTo>
                      <a:lnTo>
                        <a:pt x="955" y="4403"/>
                      </a:lnTo>
                      <a:lnTo>
                        <a:pt x="918" y="4330"/>
                      </a:lnTo>
                      <a:lnTo>
                        <a:pt x="845" y="4183"/>
                      </a:lnTo>
                      <a:lnTo>
                        <a:pt x="808" y="4036"/>
                      </a:lnTo>
                      <a:lnTo>
                        <a:pt x="808" y="3816"/>
                      </a:lnTo>
                      <a:lnTo>
                        <a:pt x="881" y="3596"/>
                      </a:lnTo>
                      <a:lnTo>
                        <a:pt x="1065" y="3413"/>
                      </a:lnTo>
                      <a:lnTo>
                        <a:pt x="1285" y="3229"/>
                      </a:lnTo>
                      <a:lnTo>
                        <a:pt x="1395" y="3156"/>
                      </a:lnTo>
                      <a:lnTo>
                        <a:pt x="1395" y="3119"/>
                      </a:lnTo>
                      <a:lnTo>
                        <a:pt x="1395" y="3046"/>
                      </a:lnTo>
                      <a:lnTo>
                        <a:pt x="1358" y="2899"/>
                      </a:lnTo>
                      <a:lnTo>
                        <a:pt x="1358" y="2752"/>
                      </a:lnTo>
                      <a:lnTo>
                        <a:pt x="1395" y="2532"/>
                      </a:lnTo>
                      <a:lnTo>
                        <a:pt x="1542" y="2312"/>
                      </a:lnTo>
                      <a:lnTo>
                        <a:pt x="1725" y="2165"/>
                      </a:lnTo>
                      <a:lnTo>
                        <a:pt x="1945" y="2055"/>
                      </a:lnTo>
                      <a:lnTo>
                        <a:pt x="1909" y="1982"/>
                      </a:lnTo>
                      <a:lnTo>
                        <a:pt x="1872" y="1761"/>
                      </a:lnTo>
                      <a:lnTo>
                        <a:pt x="1835" y="1541"/>
                      </a:lnTo>
                      <a:lnTo>
                        <a:pt x="1835" y="1505"/>
                      </a:lnTo>
                      <a:lnTo>
                        <a:pt x="1872" y="1468"/>
                      </a:lnTo>
                      <a:lnTo>
                        <a:pt x="1872" y="1321"/>
                      </a:lnTo>
                      <a:lnTo>
                        <a:pt x="2055" y="1028"/>
                      </a:lnTo>
                      <a:lnTo>
                        <a:pt x="2275" y="808"/>
                      </a:lnTo>
                      <a:lnTo>
                        <a:pt x="2386" y="808"/>
                      </a:lnTo>
                      <a:lnTo>
                        <a:pt x="2386" y="771"/>
                      </a:lnTo>
                      <a:lnTo>
                        <a:pt x="2459" y="734"/>
                      </a:lnTo>
                      <a:close/>
                      <a:moveTo>
                        <a:pt x="3009" y="0"/>
                      </a:moveTo>
                      <a:lnTo>
                        <a:pt x="2899" y="37"/>
                      </a:lnTo>
                      <a:lnTo>
                        <a:pt x="2679" y="147"/>
                      </a:lnTo>
                      <a:lnTo>
                        <a:pt x="2165" y="551"/>
                      </a:lnTo>
                      <a:lnTo>
                        <a:pt x="1909" y="808"/>
                      </a:lnTo>
                      <a:lnTo>
                        <a:pt x="1652" y="1064"/>
                      </a:lnTo>
                      <a:lnTo>
                        <a:pt x="1395" y="1321"/>
                      </a:lnTo>
                      <a:lnTo>
                        <a:pt x="1175" y="1615"/>
                      </a:lnTo>
                      <a:lnTo>
                        <a:pt x="808" y="2202"/>
                      </a:lnTo>
                      <a:lnTo>
                        <a:pt x="478" y="2862"/>
                      </a:lnTo>
                      <a:lnTo>
                        <a:pt x="257" y="3449"/>
                      </a:lnTo>
                      <a:lnTo>
                        <a:pt x="111" y="4036"/>
                      </a:lnTo>
                      <a:lnTo>
                        <a:pt x="37" y="4660"/>
                      </a:lnTo>
                      <a:lnTo>
                        <a:pt x="1" y="5284"/>
                      </a:lnTo>
                      <a:lnTo>
                        <a:pt x="1" y="5871"/>
                      </a:lnTo>
                      <a:lnTo>
                        <a:pt x="37" y="6128"/>
                      </a:lnTo>
                      <a:lnTo>
                        <a:pt x="74" y="6421"/>
                      </a:lnTo>
                      <a:lnTo>
                        <a:pt x="147" y="6605"/>
                      </a:lnTo>
                      <a:lnTo>
                        <a:pt x="184" y="6678"/>
                      </a:lnTo>
                      <a:lnTo>
                        <a:pt x="257" y="6751"/>
                      </a:lnTo>
                      <a:lnTo>
                        <a:pt x="368" y="6825"/>
                      </a:lnTo>
                      <a:lnTo>
                        <a:pt x="441" y="6825"/>
                      </a:lnTo>
                      <a:lnTo>
                        <a:pt x="551" y="6862"/>
                      </a:lnTo>
                      <a:lnTo>
                        <a:pt x="661" y="6825"/>
                      </a:lnTo>
                      <a:lnTo>
                        <a:pt x="734" y="6788"/>
                      </a:lnTo>
                      <a:lnTo>
                        <a:pt x="808" y="6715"/>
                      </a:lnTo>
                      <a:lnTo>
                        <a:pt x="1028" y="6531"/>
                      </a:lnTo>
                      <a:lnTo>
                        <a:pt x="1468" y="6018"/>
                      </a:lnTo>
                      <a:lnTo>
                        <a:pt x="1909" y="5504"/>
                      </a:lnTo>
                      <a:lnTo>
                        <a:pt x="2312" y="4954"/>
                      </a:lnTo>
                      <a:lnTo>
                        <a:pt x="2679" y="4330"/>
                      </a:lnTo>
                      <a:lnTo>
                        <a:pt x="2936" y="3779"/>
                      </a:lnTo>
                      <a:lnTo>
                        <a:pt x="3156" y="3229"/>
                      </a:lnTo>
                      <a:lnTo>
                        <a:pt x="3303" y="2642"/>
                      </a:lnTo>
                      <a:lnTo>
                        <a:pt x="3413" y="2018"/>
                      </a:lnTo>
                      <a:lnTo>
                        <a:pt x="3413" y="1578"/>
                      </a:lnTo>
                      <a:lnTo>
                        <a:pt x="3413" y="1101"/>
                      </a:lnTo>
                      <a:lnTo>
                        <a:pt x="3340" y="184"/>
                      </a:lnTo>
                      <a:lnTo>
                        <a:pt x="3340" y="147"/>
                      </a:lnTo>
                      <a:lnTo>
                        <a:pt x="3303" y="74"/>
                      </a:lnTo>
                      <a:lnTo>
                        <a:pt x="3266" y="37"/>
                      </a:lnTo>
                      <a:lnTo>
                        <a:pt x="322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23147;p37">
                  <a:extLst>
                    <a:ext uri="{FF2B5EF4-FFF2-40B4-BE49-F238E27FC236}">
                      <a16:creationId xmlns:a16="http://schemas.microsoft.com/office/drawing/2014/main" id="{5B659402-B200-A9E0-2BF7-8927D1A05507}"/>
                    </a:ext>
                  </a:extLst>
                </p:cNvPr>
                <p:cNvSpPr/>
                <p:nvPr/>
              </p:nvSpPr>
              <p:spPr>
                <a:xfrm>
                  <a:off x="7145578" y="1816753"/>
                  <a:ext cx="47664" cy="111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2" h="3340" extrusionOk="0">
                      <a:moveTo>
                        <a:pt x="1284" y="0"/>
                      </a:moveTo>
                      <a:lnTo>
                        <a:pt x="1248" y="74"/>
                      </a:lnTo>
                      <a:lnTo>
                        <a:pt x="1064" y="330"/>
                      </a:lnTo>
                      <a:lnTo>
                        <a:pt x="881" y="587"/>
                      </a:lnTo>
                      <a:lnTo>
                        <a:pt x="587" y="1101"/>
                      </a:lnTo>
                      <a:lnTo>
                        <a:pt x="441" y="1431"/>
                      </a:lnTo>
                      <a:lnTo>
                        <a:pt x="331" y="1761"/>
                      </a:lnTo>
                      <a:lnTo>
                        <a:pt x="220" y="2055"/>
                      </a:lnTo>
                      <a:lnTo>
                        <a:pt x="147" y="2385"/>
                      </a:lnTo>
                      <a:lnTo>
                        <a:pt x="37" y="3009"/>
                      </a:lnTo>
                      <a:lnTo>
                        <a:pt x="0" y="3156"/>
                      </a:lnTo>
                      <a:lnTo>
                        <a:pt x="37" y="3339"/>
                      </a:lnTo>
                      <a:lnTo>
                        <a:pt x="367" y="3119"/>
                      </a:lnTo>
                      <a:lnTo>
                        <a:pt x="441" y="3082"/>
                      </a:lnTo>
                      <a:lnTo>
                        <a:pt x="404" y="3009"/>
                      </a:lnTo>
                      <a:lnTo>
                        <a:pt x="331" y="2862"/>
                      </a:lnTo>
                      <a:lnTo>
                        <a:pt x="294" y="2715"/>
                      </a:lnTo>
                      <a:lnTo>
                        <a:pt x="294" y="2495"/>
                      </a:lnTo>
                      <a:lnTo>
                        <a:pt x="367" y="2275"/>
                      </a:lnTo>
                      <a:lnTo>
                        <a:pt x="551" y="2092"/>
                      </a:lnTo>
                      <a:lnTo>
                        <a:pt x="771" y="1908"/>
                      </a:lnTo>
                      <a:lnTo>
                        <a:pt x="881" y="1835"/>
                      </a:lnTo>
                      <a:lnTo>
                        <a:pt x="881" y="1798"/>
                      </a:lnTo>
                      <a:lnTo>
                        <a:pt x="881" y="1725"/>
                      </a:lnTo>
                      <a:lnTo>
                        <a:pt x="844" y="1578"/>
                      </a:lnTo>
                      <a:lnTo>
                        <a:pt x="844" y="1431"/>
                      </a:lnTo>
                      <a:lnTo>
                        <a:pt x="881" y="1211"/>
                      </a:lnTo>
                      <a:lnTo>
                        <a:pt x="1028" y="991"/>
                      </a:lnTo>
                      <a:lnTo>
                        <a:pt x="1211" y="844"/>
                      </a:lnTo>
                      <a:lnTo>
                        <a:pt x="1431" y="734"/>
                      </a:lnTo>
                      <a:lnTo>
                        <a:pt x="1395" y="661"/>
                      </a:lnTo>
                      <a:lnTo>
                        <a:pt x="1358" y="440"/>
                      </a:lnTo>
                      <a:lnTo>
                        <a:pt x="1321" y="220"/>
                      </a:lnTo>
                      <a:lnTo>
                        <a:pt x="1321" y="184"/>
                      </a:lnTo>
                      <a:lnTo>
                        <a:pt x="1358" y="147"/>
                      </a:lnTo>
                      <a:lnTo>
                        <a:pt x="135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23148;p37">
                  <a:extLst>
                    <a:ext uri="{FF2B5EF4-FFF2-40B4-BE49-F238E27FC236}">
                      <a16:creationId xmlns:a16="http://schemas.microsoft.com/office/drawing/2014/main" id="{04FC6DD6-951A-3B4F-3EFE-81A10E70B5B0}"/>
                    </a:ext>
                  </a:extLst>
                </p:cNvPr>
                <p:cNvSpPr/>
                <p:nvPr/>
              </p:nvSpPr>
              <p:spPr>
                <a:xfrm>
                  <a:off x="7179762" y="1839953"/>
                  <a:ext cx="47664" cy="112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2" h="3376" extrusionOk="0">
                      <a:moveTo>
                        <a:pt x="1432" y="0"/>
                      </a:moveTo>
                      <a:lnTo>
                        <a:pt x="1248" y="147"/>
                      </a:lnTo>
                      <a:lnTo>
                        <a:pt x="1175" y="220"/>
                      </a:lnTo>
                      <a:lnTo>
                        <a:pt x="1065" y="257"/>
                      </a:lnTo>
                      <a:lnTo>
                        <a:pt x="1101" y="404"/>
                      </a:lnTo>
                      <a:lnTo>
                        <a:pt x="1138" y="551"/>
                      </a:lnTo>
                      <a:lnTo>
                        <a:pt x="1138" y="734"/>
                      </a:lnTo>
                      <a:lnTo>
                        <a:pt x="1101" y="881"/>
                      </a:lnTo>
                      <a:lnTo>
                        <a:pt x="1065" y="1028"/>
                      </a:lnTo>
                      <a:lnTo>
                        <a:pt x="991" y="1174"/>
                      </a:lnTo>
                      <a:lnTo>
                        <a:pt x="881" y="1284"/>
                      </a:lnTo>
                      <a:lnTo>
                        <a:pt x="771" y="1395"/>
                      </a:lnTo>
                      <a:lnTo>
                        <a:pt x="624" y="1468"/>
                      </a:lnTo>
                      <a:lnTo>
                        <a:pt x="551" y="1505"/>
                      </a:lnTo>
                      <a:lnTo>
                        <a:pt x="551" y="1541"/>
                      </a:lnTo>
                      <a:lnTo>
                        <a:pt x="551" y="1688"/>
                      </a:lnTo>
                      <a:lnTo>
                        <a:pt x="588" y="1835"/>
                      </a:lnTo>
                      <a:lnTo>
                        <a:pt x="588" y="2018"/>
                      </a:lnTo>
                      <a:lnTo>
                        <a:pt x="551" y="2202"/>
                      </a:lnTo>
                      <a:lnTo>
                        <a:pt x="441" y="2385"/>
                      </a:lnTo>
                      <a:lnTo>
                        <a:pt x="331" y="2495"/>
                      </a:lnTo>
                      <a:lnTo>
                        <a:pt x="147" y="2642"/>
                      </a:lnTo>
                      <a:lnTo>
                        <a:pt x="1" y="2715"/>
                      </a:lnTo>
                      <a:lnTo>
                        <a:pt x="1" y="2789"/>
                      </a:lnTo>
                      <a:lnTo>
                        <a:pt x="37" y="2899"/>
                      </a:lnTo>
                      <a:lnTo>
                        <a:pt x="37" y="2936"/>
                      </a:lnTo>
                      <a:lnTo>
                        <a:pt x="37" y="3156"/>
                      </a:lnTo>
                      <a:lnTo>
                        <a:pt x="1" y="3376"/>
                      </a:lnTo>
                      <a:lnTo>
                        <a:pt x="74" y="3339"/>
                      </a:lnTo>
                      <a:lnTo>
                        <a:pt x="147" y="3303"/>
                      </a:lnTo>
                      <a:lnTo>
                        <a:pt x="588" y="2605"/>
                      </a:lnTo>
                      <a:lnTo>
                        <a:pt x="808" y="2238"/>
                      </a:lnTo>
                      <a:lnTo>
                        <a:pt x="991" y="1872"/>
                      </a:lnTo>
                      <a:lnTo>
                        <a:pt x="1138" y="1505"/>
                      </a:lnTo>
                      <a:lnTo>
                        <a:pt x="1248" y="1174"/>
                      </a:lnTo>
                      <a:lnTo>
                        <a:pt x="1322" y="808"/>
                      </a:lnTo>
                      <a:lnTo>
                        <a:pt x="1395" y="441"/>
                      </a:lnTo>
                      <a:lnTo>
                        <a:pt x="1432" y="220"/>
                      </a:lnTo>
                      <a:lnTo>
                        <a:pt x="1432" y="110"/>
                      </a:lnTo>
                      <a:lnTo>
                        <a:pt x="1432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23149;p37">
                  <a:extLst>
                    <a:ext uri="{FF2B5EF4-FFF2-40B4-BE49-F238E27FC236}">
                      <a16:creationId xmlns:a16="http://schemas.microsoft.com/office/drawing/2014/main" id="{E492FC57-40D8-3ECE-D757-5BADE1C49838}"/>
                    </a:ext>
                  </a:extLst>
                </p:cNvPr>
                <p:cNvSpPr/>
                <p:nvPr/>
              </p:nvSpPr>
              <p:spPr>
                <a:xfrm>
                  <a:off x="7143115" y="1958414"/>
                  <a:ext cx="29357" cy="3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991" extrusionOk="0">
                      <a:moveTo>
                        <a:pt x="38" y="0"/>
                      </a:moveTo>
                      <a:lnTo>
                        <a:pt x="1" y="257"/>
                      </a:lnTo>
                      <a:lnTo>
                        <a:pt x="1" y="477"/>
                      </a:lnTo>
                      <a:lnTo>
                        <a:pt x="74" y="991"/>
                      </a:lnTo>
                      <a:lnTo>
                        <a:pt x="405" y="697"/>
                      </a:lnTo>
                      <a:lnTo>
                        <a:pt x="661" y="367"/>
                      </a:lnTo>
                      <a:lnTo>
                        <a:pt x="808" y="257"/>
                      </a:lnTo>
                      <a:lnTo>
                        <a:pt x="845" y="184"/>
                      </a:lnTo>
                      <a:lnTo>
                        <a:pt x="882" y="110"/>
                      </a:lnTo>
                      <a:lnTo>
                        <a:pt x="735" y="184"/>
                      </a:lnTo>
                      <a:lnTo>
                        <a:pt x="588" y="220"/>
                      </a:lnTo>
                      <a:lnTo>
                        <a:pt x="441" y="220"/>
                      </a:lnTo>
                      <a:lnTo>
                        <a:pt x="331" y="184"/>
                      </a:lnTo>
                      <a:lnTo>
                        <a:pt x="184" y="11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23150;p37">
                  <a:extLst>
                    <a:ext uri="{FF2B5EF4-FFF2-40B4-BE49-F238E27FC236}">
                      <a16:creationId xmlns:a16="http://schemas.microsoft.com/office/drawing/2014/main" id="{EE18A8DA-91A6-B74B-9C73-60657DA93EDA}"/>
                    </a:ext>
                  </a:extLst>
                </p:cNvPr>
                <p:cNvSpPr/>
                <p:nvPr/>
              </p:nvSpPr>
              <p:spPr>
                <a:xfrm>
                  <a:off x="7204193" y="1781338"/>
                  <a:ext cx="24464" cy="20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5" h="624" extrusionOk="0">
                      <a:moveTo>
                        <a:pt x="588" y="0"/>
                      </a:moveTo>
                      <a:lnTo>
                        <a:pt x="477" y="110"/>
                      </a:lnTo>
                      <a:lnTo>
                        <a:pt x="221" y="330"/>
                      </a:lnTo>
                      <a:lnTo>
                        <a:pt x="111" y="440"/>
                      </a:lnTo>
                      <a:lnTo>
                        <a:pt x="0" y="551"/>
                      </a:lnTo>
                      <a:lnTo>
                        <a:pt x="111" y="551"/>
                      </a:lnTo>
                      <a:lnTo>
                        <a:pt x="111" y="514"/>
                      </a:lnTo>
                      <a:lnTo>
                        <a:pt x="184" y="477"/>
                      </a:lnTo>
                      <a:lnTo>
                        <a:pt x="257" y="477"/>
                      </a:lnTo>
                      <a:lnTo>
                        <a:pt x="477" y="514"/>
                      </a:lnTo>
                      <a:lnTo>
                        <a:pt x="698" y="624"/>
                      </a:lnTo>
                      <a:lnTo>
                        <a:pt x="734" y="477"/>
                      </a:lnTo>
                      <a:lnTo>
                        <a:pt x="734" y="330"/>
                      </a:lnTo>
                      <a:lnTo>
                        <a:pt x="698" y="37"/>
                      </a:lnTo>
                      <a:lnTo>
                        <a:pt x="66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23151;p37">
                  <a:extLst>
                    <a:ext uri="{FF2B5EF4-FFF2-40B4-BE49-F238E27FC236}">
                      <a16:creationId xmlns:a16="http://schemas.microsoft.com/office/drawing/2014/main" id="{E02B891C-3830-EB70-A0A7-7D0F28F4D171}"/>
                    </a:ext>
                  </a:extLst>
                </p:cNvPr>
                <p:cNvSpPr/>
                <p:nvPr/>
              </p:nvSpPr>
              <p:spPr>
                <a:xfrm>
                  <a:off x="7176101" y="1955951"/>
                  <a:ext cx="1265" cy="2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75" extrusionOk="0">
                      <a:moveTo>
                        <a:pt x="37" y="1"/>
                      </a:moveTo>
                      <a:lnTo>
                        <a:pt x="1" y="38"/>
                      </a:lnTo>
                      <a:lnTo>
                        <a:pt x="1" y="74"/>
                      </a:lnTo>
                      <a:lnTo>
                        <a:pt x="37" y="38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rgbClr val="9CA11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23152;p37">
                  <a:extLst>
                    <a:ext uri="{FF2B5EF4-FFF2-40B4-BE49-F238E27FC236}">
                      <a16:creationId xmlns:a16="http://schemas.microsoft.com/office/drawing/2014/main" id="{80979FE9-B990-F92A-AAF5-CFFFC91191CE}"/>
                    </a:ext>
                  </a:extLst>
                </p:cNvPr>
                <p:cNvSpPr/>
                <p:nvPr/>
              </p:nvSpPr>
              <p:spPr>
                <a:xfrm>
                  <a:off x="7172439" y="1959645"/>
                  <a:ext cx="2463" cy="2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74" extrusionOk="0">
                      <a:moveTo>
                        <a:pt x="1" y="73"/>
                      </a:moveTo>
                      <a:lnTo>
                        <a:pt x="1" y="73"/>
                      </a:lnTo>
                      <a:lnTo>
                        <a:pt x="37" y="37"/>
                      </a:lnTo>
                      <a:lnTo>
                        <a:pt x="74" y="0"/>
                      </a:lnTo>
                      <a:lnTo>
                        <a:pt x="74" y="0"/>
                      </a:lnTo>
                      <a:lnTo>
                        <a:pt x="37" y="37"/>
                      </a:lnTo>
                      <a:lnTo>
                        <a:pt x="1" y="73"/>
                      </a:lnTo>
                      <a:lnTo>
                        <a:pt x="1" y="73"/>
                      </a:lnTo>
                      <a:lnTo>
                        <a:pt x="1" y="73"/>
                      </a:lnTo>
                      <a:close/>
                    </a:path>
                  </a:pathLst>
                </a:custGeom>
                <a:solidFill>
                  <a:srgbClr val="9CA11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23153;p37">
                  <a:extLst>
                    <a:ext uri="{FF2B5EF4-FFF2-40B4-BE49-F238E27FC236}">
                      <a16:creationId xmlns:a16="http://schemas.microsoft.com/office/drawing/2014/main" id="{DA191388-9F16-0A0D-416B-FBE336ED1CAB}"/>
                    </a:ext>
                  </a:extLst>
                </p:cNvPr>
                <p:cNvSpPr/>
                <p:nvPr/>
              </p:nvSpPr>
              <p:spPr>
                <a:xfrm>
                  <a:off x="7178530" y="1952289"/>
                  <a:ext cx="1265" cy="2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75" extrusionOk="0">
                      <a:moveTo>
                        <a:pt x="1" y="74"/>
                      </a:moveTo>
                      <a:lnTo>
                        <a:pt x="1" y="74"/>
                      </a:lnTo>
                      <a:lnTo>
                        <a:pt x="38" y="1"/>
                      </a:lnTo>
                      <a:lnTo>
                        <a:pt x="38" y="1"/>
                      </a:lnTo>
                      <a:lnTo>
                        <a:pt x="1" y="74"/>
                      </a:lnTo>
                      <a:lnTo>
                        <a:pt x="1" y="74"/>
                      </a:lnTo>
                      <a:lnTo>
                        <a:pt x="1" y="74"/>
                      </a:lnTo>
                      <a:close/>
                    </a:path>
                  </a:pathLst>
                </a:custGeom>
                <a:solidFill>
                  <a:srgbClr val="9CA11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23154;p37">
                  <a:extLst>
                    <a:ext uri="{FF2B5EF4-FFF2-40B4-BE49-F238E27FC236}">
                      <a16:creationId xmlns:a16="http://schemas.microsoft.com/office/drawing/2014/main" id="{CB6DE198-30D2-34CB-84B2-F7B3ECF0F626}"/>
                    </a:ext>
                  </a:extLst>
                </p:cNvPr>
                <p:cNvSpPr/>
                <p:nvPr/>
              </p:nvSpPr>
              <p:spPr>
                <a:xfrm>
                  <a:off x="7174869" y="1958414"/>
                  <a:ext cx="1265" cy="1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38" extrusionOk="0">
                      <a:moveTo>
                        <a:pt x="1" y="37"/>
                      </a:moveTo>
                      <a:lnTo>
                        <a:pt x="1" y="37"/>
                      </a:lnTo>
                      <a:lnTo>
                        <a:pt x="38" y="0"/>
                      </a:lnTo>
                      <a:lnTo>
                        <a:pt x="38" y="0"/>
                      </a:lnTo>
                      <a:lnTo>
                        <a:pt x="1" y="37"/>
                      </a:lnTo>
                      <a:lnTo>
                        <a:pt x="1" y="37"/>
                      </a:lnTo>
                      <a:lnTo>
                        <a:pt x="1" y="37"/>
                      </a:lnTo>
                      <a:close/>
                    </a:path>
                  </a:pathLst>
                </a:custGeom>
                <a:solidFill>
                  <a:srgbClr val="9CA11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23155;p37">
                  <a:extLst>
                    <a:ext uri="{FF2B5EF4-FFF2-40B4-BE49-F238E27FC236}">
                      <a16:creationId xmlns:a16="http://schemas.microsoft.com/office/drawing/2014/main" id="{73A26720-E597-FBB7-FE5F-7FEF00774FF2}"/>
                    </a:ext>
                  </a:extLst>
                </p:cNvPr>
                <p:cNvSpPr/>
                <p:nvPr/>
              </p:nvSpPr>
              <p:spPr>
                <a:xfrm>
                  <a:off x="7143115" y="1797215"/>
                  <a:ext cx="85542" cy="16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0" h="5064" extrusionOk="0">
                      <a:moveTo>
                        <a:pt x="2019" y="0"/>
                      </a:moveTo>
                      <a:lnTo>
                        <a:pt x="1946" y="37"/>
                      </a:lnTo>
                      <a:lnTo>
                        <a:pt x="1946" y="74"/>
                      </a:lnTo>
                      <a:lnTo>
                        <a:pt x="1835" y="74"/>
                      </a:lnTo>
                      <a:lnTo>
                        <a:pt x="1615" y="294"/>
                      </a:lnTo>
                      <a:lnTo>
                        <a:pt x="1432" y="587"/>
                      </a:lnTo>
                      <a:lnTo>
                        <a:pt x="1432" y="734"/>
                      </a:lnTo>
                      <a:lnTo>
                        <a:pt x="1395" y="771"/>
                      </a:lnTo>
                      <a:lnTo>
                        <a:pt x="1395" y="807"/>
                      </a:lnTo>
                      <a:lnTo>
                        <a:pt x="1432" y="1027"/>
                      </a:lnTo>
                      <a:lnTo>
                        <a:pt x="1469" y="1248"/>
                      </a:lnTo>
                      <a:lnTo>
                        <a:pt x="1505" y="1321"/>
                      </a:lnTo>
                      <a:lnTo>
                        <a:pt x="1285" y="1431"/>
                      </a:lnTo>
                      <a:lnTo>
                        <a:pt x="1102" y="1578"/>
                      </a:lnTo>
                      <a:lnTo>
                        <a:pt x="955" y="1798"/>
                      </a:lnTo>
                      <a:lnTo>
                        <a:pt x="918" y="2018"/>
                      </a:lnTo>
                      <a:lnTo>
                        <a:pt x="918" y="2165"/>
                      </a:lnTo>
                      <a:lnTo>
                        <a:pt x="955" y="2312"/>
                      </a:lnTo>
                      <a:lnTo>
                        <a:pt x="955" y="2385"/>
                      </a:lnTo>
                      <a:lnTo>
                        <a:pt x="955" y="2422"/>
                      </a:lnTo>
                      <a:lnTo>
                        <a:pt x="845" y="2495"/>
                      </a:lnTo>
                      <a:lnTo>
                        <a:pt x="625" y="2679"/>
                      </a:lnTo>
                      <a:lnTo>
                        <a:pt x="441" y="2862"/>
                      </a:lnTo>
                      <a:lnTo>
                        <a:pt x="368" y="3082"/>
                      </a:lnTo>
                      <a:lnTo>
                        <a:pt x="368" y="3302"/>
                      </a:lnTo>
                      <a:lnTo>
                        <a:pt x="405" y="3449"/>
                      </a:lnTo>
                      <a:lnTo>
                        <a:pt x="478" y="3596"/>
                      </a:lnTo>
                      <a:lnTo>
                        <a:pt x="515" y="3669"/>
                      </a:lnTo>
                      <a:lnTo>
                        <a:pt x="441" y="3706"/>
                      </a:lnTo>
                      <a:lnTo>
                        <a:pt x="111" y="3926"/>
                      </a:lnTo>
                      <a:lnTo>
                        <a:pt x="38" y="4146"/>
                      </a:lnTo>
                      <a:lnTo>
                        <a:pt x="1" y="4366"/>
                      </a:lnTo>
                      <a:lnTo>
                        <a:pt x="1" y="4623"/>
                      </a:lnTo>
                      <a:lnTo>
                        <a:pt x="38" y="4843"/>
                      </a:lnTo>
                      <a:lnTo>
                        <a:pt x="184" y="4953"/>
                      </a:lnTo>
                      <a:lnTo>
                        <a:pt x="331" y="5027"/>
                      </a:lnTo>
                      <a:lnTo>
                        <a:pt x="441" y="5063"/>
                      </a:lnTo>
                      <a:lnTo>
                        <a:pt x="588" y="5063"/>
                      </a:lnTo>
                      <a:lnTo>
                        <a:pt x="735" y="5027"/>
                      </a:lnTo>
                      <a:lnTo>
                        <a:pt x="882" y="4953"/>
                      </a:lnTo>
                      <a:lnTo>
                        <a:pt x="918" y="4917"/>
                      </a:lnTo>
                      <a:lnTo>
                        <a:pt x="955" y="4880"/>
                      </a:lnTo>
                      <a:lnTo>
                        <a:pt x="992" y="4843"/>
                      </a:lnTo>
                      <a:lnTo>
                        <a:pt x="992" y="4807"/>
                      </a:lnTo>
                      <a:lnTo>
                        <a:pt x="1028" y="4770"/>
                      </a:lnTo>
                      <a:lnTo>
                        <a:pt x="1065" y="4733"/>
                      </a:lnTo>
                      <a:lnTo>
                        <a:pt x="1102" y="4660"/>
                      </a:lnTo>
                      <a:lnTo>
                        <a:pt x="1138" y="4440"/>
                      </a:lnTo>
                      <a:lnTo>
                        <a:pt x="1138" y="4220"/>
                      </a:lnTo>
                      <a:lnTo>
                        <a:pt x="1138" y="4183"/>
                      </a:lnTo>
                      <a:lnTo>
                        <a:pt x="1102" y="4073"/>
                      </a:lnTo>
                      <a:lnTo>
                        <a:pt x="1102" y="3999"/>
                      </a:lnTo>
                      <a:lnTo>
                        <a:pt x="1248" y="3926"/>
                      </a:lnTo>
                      <a:lnTo>
                        <a:pt x="1432" y="3779"/>
                      </a:lnTo>
                      <a:lnTo>
                        <a:pt x="1542" y="3669"/>
                      </a:lnTo>
                      <a:lnTo>
                        <a:pt x="1652" y="3486"/>
                      </a:lnTo>
                      <a:lnTo>
                        <a:pt x="1689" y="3302"/>
                      </a:lnTo>
                      <a:lnTo>
                        <a:pt x="1689" y="3119"/>
                      </a:lnTo>
                      <a:lnTo>
                        <a:pt x="1652" y="2972"/>
                      </a:lnTo>
                      <a:lnTo>
                        <a:pt x="1652" y="2825"/>
                      </a:lnTo>
                      <a:lnTo>
                        <a:pt x="1652" y="2789"/>
                      </a:lnTo>
                      <a:lnTo>
                        <a:pt x="1725" y="2752"/>
                      </a:lnTo>
                      <a:lnTo>
                        <a:pt x="1872" y="2679"/>
                      </a:lnTo>
                      <a:lnTo>
                        <a:pt x="1982" y="2568"/>
                      </a:lnTo>
                      <a:lnTo>
                        <a:pt x="2092" y="2458"/>
                      </a:lnTo>
                      <a:lnTo>
                        <a:pt x="2166" y="2312"/>
                      </a:lnTo>
                      <a:lnTo>
                        <a:pt x="2202" y="2165"/>
                      </a:lnTo>
                      <a:lnTo>
                        <a:pt x="2239" y="2018"/>
                      </a:lnTo>
                      <a:lnTo>
                        <a:pt x="2239" y="1835"/>
                      </a:lnTo>
                      <a:lnTo>
                        <a:pt x="2202" y="1688"/>
                      </a:lnTo>
                      <a:lnTo>
                        <a:pt x="2166" y="1541"/>
                      </a:lnTo>
                      <a:lnTo>
                        <a:pt x="2276" y="1504"/>
                      </a:lnTo>
                      <a:lnTo>
                        <a:pt x="2349" y="1431"/>
                      </a:lnTo>
                      <a:lnTo>
                        <a:pt x="2533" y="1284"/>
                      </a:lnTo>
                      <a:lnTo>
                        <a:pt x="2569" y="1174"/>
                      </a:lnTo>
                      <a:lnTo>
                        <a:pt x="2569" y="1064"/>
                      </a:lnTo>
                      <a:lnTo>
                        <a:pt x="2569" y="844"/>
                      </a:lnTo>
                      <a:lnTo>
                        <a:pt x="2569" y="477"/>
                      </a:lnTo>
                      <a:lnTo>
                        <a:pt x="2569" y="330"/>
                      </a:lnTo>
                      <a:lnTo>
                        <a:pt x="2533" y="147"/>
                      </a:lnTo>
                      <a:lnTo>
                        <a:pt x="2312" y="37"/>
                      </a:lnTo>
                      <a:lnTo>
                        <a:pt x="209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23156;p37">
                  <a:extLst>
                    <a:ext uri="{FF2B5EF4-FFF2-40B4-BE49-F238E27FC236}">
                      <a16:creationId xmlns:a16="http://schemas.microsoft.com/office/drawing/2014/main" id="{7F9F744D-20A8-58EA-7D85-DA2D4059F000}"/>
                    </a:ext>
                  </a:extLst>
                </p:cNvPr>
                <p:cNvSpPr/>
                <p:nvPr/>
              </p:nvSpPr>
              <p:spPr>
                <a:xfrm>
                  <a:off x="7190746" y="1799644"/>
                  <a:ext cx="29357" cy="24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" h="735" extrusionOk="0">
                      <a:moveTo>
                        <a:pt x="404" y="1"/>
                      </a:moveTo>
                      <a:lnTo>
                        <a:pt x="184" y="221"/>
                      </a:lnTo>
                      <a:lnTo>
                        <a:pt x="1" y="514"/>
                      </a:lnTo>
                      <a:lnTo>
                        <a:pt x="1" y="661"/>
                      </a:lnTo>
                      <a:lnTo>
                        <a:pt x="74" y="734"/>
                      </a:lnTo>
                      <a:lnTo>
                        <a:pt x="111" y="734"/>
                      </a:lnTo>
                      <a:lnTo>
                        <a:pt x="184" y="698"/>
                      </a:lnTo>
                      <a:lnTo>
                        <a:pt x="478" y="477"/>
                      </a:lnTo>
                      <a:lnTo>
                        <a:pt x="808" y="294"/>
                      </a:lnTo>
                      <a:lnTo>
                        <a:pt x="881" y="257"/>
                      </a:lnTo>
                      <a:lnTo>
                        <a:pt x="881" y="184"/>
                      </a:lnTo>
                      <a:lnTo>
                        <a:pt x="881" y="147"/>
                      </a:lnTo>
                      <a:lnTo>
                        <a:pt x="808" y="111"/>
                      </a:lnTo>
                      <a:lnTo>
                        <a:pt x="661" y="37"/>
                      </a:lnTo>
                      <a:lnTo>
                        <a:pt x="515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23157;p37">
                  <a:extLst>
                    <a:ext uri="{FF2B5EF4-FFF2-40B4-BE49-F238E27FC236}">
                      <a16:creationId xmlns:a16="http://schemas.microsoft.com/office/drawing/2014/main" id="{C9AC4AAC-E767-D65E-1F89-F0C26A26AF0F}"/>
                    </a:ext>
                  </a:extLst>
                </p:cNvPr>
                <p:cNvSpPr/>
                <p:nvPr/>
              </p:nvSpPr>
              <p:spPr>
                <a:xfrm>
                  <a:off x="7161455" y="1883922"/>
                  <a:ext cx="20803" cy="26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808" extrusionOk="0">
                      <a:moveTo>
                        <a:pt x="367" y="0"/>
                      </a:moveTo>
                      <a:lnTo>
                        <a:pt x="294" y="74"/>
                      </a:lnTo>
                      <a:lnTo>
                        <a:pt x="147" y="220"/>
                      </a:lnTo>
                      <a:lnTo>
                        <a:pt x="74" y="404"/>
                      </a:lnTo>
                      <a:lnTo>
                        <a:pt x="0" y="624"/>
                      </a:lnTo>
                      <a:lnTo>
                        <a:pt x="0" y="697"/>
                      </a:lnTo>
                      <a:lnTo>
                        <a:pt x="0" y="807"/>
                      </a:lnTo>
                      <a:lnTo>
                        <a:pt x="74" y="807"/>
                      </a:lnTo>
                      <a:lnTo>
                        <a:pt x="110" y="734"/>
                      </a:lnTo>
                      <a:lnTo>
                        <a:pt x="514" y="330"/>
                      </a:lnTo>
                      <a:lnTo>
                        <a:pt x="587" y="220"/>
                      </a:lnTo>
                      <a:lnTo>
                        <a:pt x="624" y="147"/>
                      </a:lnTo>
                      <a:lnTo>
                        <a:pt x="587" y="110"/>
                      </a:lnTo>
                      <a:lnTo>
                        <a:pt x="477" y="37"/>
                      </a:lnTo>
                      <a:lnTo>
                        <a:pt x="367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23158;p37">
                  <a:extLst>
                    <a:ext uri="{FF2B5EF4-FFF2-40B4-BE49-F238E27FC236}">
                      <a16:creationId xmlns:a16="http://schemas.microsoft.com/office/drawing/2014/main" id="{DAB33B10-D975-5832-FD33-E528D3D4B4E6}"/>
                    </a:ext>
                  </a:extLst>
                </p:cNvPr>
                <p:cNvSpPr/>
                <p:nvPr/>
              </p:nvSpPr>
              <p:spPr>
                <a:xfrm>
                  <a:off x="7179762" y="1844845"/>
                  <a:ext cx="22035" cy="26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808" extrusionOk="0">
                      <a:moveTo>
                        <a:pt x="441" y="0"/>
                      </a:moveTo>
                      <a:lnTo>
                        <a:pt x="331" y="73"/>
                      </a:lnTo>
                      <a:lnTo>
                        <a:pt x="221" y="147"/>
                      </a:lnTo>
                      <a:lnTo>
                        <a:pt x="74" y="367"/>
                      </a:lnTo>
                      <a:lnTo>
                        <a:pt x="1" y="587"/>
                      </a:lnTo>
                      <a:lnTo>
                        <a:pt x="1" y="697"/>
                      </a:lnTo>
                      <a:lnTo>
                        <a:pt x="1" y="807"/>
                      </a:lnTo>
                      <a:lnTo>
                        <a:pt x="74" y="771"/>
                      </a:lnTo>
                      <a:lnTo>
                        <a:pt x="331" y="514"/>
                      </a:lnTo>
                      <a:lnTo>
                        <a:pt x="441" y="404"/>
                      </a:lnTo>
                      <a:lnTo>
                        <a:pt x="588" y="294"/>
                      </a:lnTo>
                      <a:lnTo>
                        <a:pt x="661" y="220"/>
                      </a:lnTo>
                      <a:lnTo>
                        <a:pt x="661" y="147"/>
                      </a:lnTo>
                      <a:lnTo>
                        <a:pt x="551" y="73"/>
                      </a:lnTo>
                      <a:lnTo>
                        <a:pt x="441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23159;p37">
                  <a:extLst>
                    <a:ext uri="{FF2B5EF4-FFF2-40B4-BE49-F238E27FC236}">
                      <a16:creationId xmlns:a16="http://schemas.microsoft.com/office/drawing/2014/main" id="{AF3C3572-CBE6-A549-21A1-91D0868AC473}"/>
                    </a:ext>
                  </a:extLst>
                </p:cNvPr>
                <p:cNvSpPr/>
                <p:nvPr/>
              </p:nvSpPr>
              <p:spPr>
                <a:xfrm>
                  <a:off x="7149240" y="1925428"/>
                  <a:ext cx="14679" cy="24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" h="735" extrusionOk="0">
                      <a:moveTo>
                        <a:pt x="221" y="1"/>
                      </a:moveTo>
                      <a:lnTo>
                        <a:pt x="147" y="37"/>
                      </a:lnTo>
                      <a:lnTo>
                        <a:pt x="37" y="184"/>
                      </a:lnTo>
                      <a:lnTo>
                        <a:pt x="0" y="368"/>
                      </a:lnTo>
                      <a:lnTo>
                        <a:pt x="0" y="551"/>
                      </a:lnTo>
                      <a:lnTo>
                        <a:pt x="37" y="735"/>
                      </a:lnTo>
                      <a:lnTo>
                        <a:pt x="404" y="221"/>
                      </a:lnTo>
                      <a:lnTo>
                        <a:pt x="404" y="184"/>
                      </a:lnTo>
                      <a:lnTo>
                        <a:pt x="441" y="74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23160;p37">
                  <a:extLst>
                    <a:ext uri="{FF2B5EF4-FFF2-40B4-BE49-F238E27FC236}">
                      <a16:creationId xmlns:a16="http://schemas.microsoft.com/office/drawing/2014/main" id="{7D50CCAA-7A87-AB71-8969-E06ADB71C57D}"/>
                    </a:ext>
                  </a:extLst>
                </p:cNvPr>
                <p:cNvSpPr/>
                <p:nvPr/>
              </p:nvSpPr>
              <p:spPr>
                <a:xfrm>
                  <a:off x="7191977" y="1838721"/>
                  <a:ext cx="24464" cy="14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5" h="441" extrusionOk="0">
                      <a:moveTo>
                        <a:pt x="1" y="1"/>
                      </a:moveTo>
                      <a:lnTo>
                        <a:pt x="37" y="74"/>
                      </a:lnTo>
                      <a:lnTo>
                        <a:pt x="74" y="184"/>
                      </a:lnTo>
                      <a:lnTo>
                        <a:pt x="184" y="257"/>
                      </a:lnTo>
                      <a:lnTo>
                        <a:pt x="294" y="331"/>
                      </a:lnTo>
                      <a:lnTo>
                        <a:pt x="404" y="331"/>
                      </a:lnTo>
                      <a:lnTo>
                        <a:pt x="514" y="368"/>
                      </a:lnTo>
                      <a:lnTo>
                        <a:pt x="624" y="441"/>
                      </a:lnTo>
                      <a:lnTo>
                        <a:pt x="734" y="441"/>
                      </a:lnTo>
                      <a:lnTo>
                        <a:pt x="698" y="294"/>
                      </a:lnTo>
                      <a:lnTo>
                        <a:pt x="404" y="184"/>
                      </a:lnTo>
                      <a:lnTo>
                        <a:pt x="257" y="147"/>
                      </a:lnTo>
                      <a:lnTo>
                        <a:pt x="111" y="37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0" name="Google Shape;23161;p37">
              <a:extLst>
                <a:ext uri="{FF2B5EF4-FFF2-40B4-BE49-F238E27FC236}">
                  <a16:creationId xmlns:a16="http://schemas.microsoft.com/office/drawing/2014/main" id="{5B9594D4-5347-D02A-4773-DD29D368E8F8}"/>
                </a:ext>
              </a:extLst>
            </p:cNvPr>
            <p:cNvGrpSpPr/>
            <p:nvPr/>
          </p:nvGrpSpPr>
          <p:grpSpPr>
            <a:xfrm rot="-3600012">
              <a:off x="5745202" y="3161392"/>
              <a:ext cx="451753" cy="304661"/>
              <a:chOff x="2307156" y="3224947"/>
              <a:chExt cx="551184" cy="371717"/>
            </a:xfrm>
          </p:grpSpPr>
          <p:sp>
            <p:nvSpPr>
              <p:cNvPr id="111" name="Google Shape;23162;p37">
                <a:extLst>
                  <a:ext uri="{FF2B5EF4-FFF2-40B4-BE49-F238E27FC236}">
                    <a16:creationId xmlns:a16="http://schemas.microsoft.com/office/drawing/2014/main" id="{F159EFA8-F49B-4F58-240C-CCF6E8EB539C}"/>
                  </a:ext>
                </a:extLst>
              </p:cNvPr>
              <p:cNvSpPr/>
              <p:nvPr/>
            </p:nvSpPr>
            <p:spPr>
              <a:xfrm>
                <a:off x="2307156" y="3224947"/>
                <a:ext cx="551176" cy="371712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321" extrusionOk="0">
                    <a:moveTo>
                      <a:pt x="1579" y="0"/>
                    </a:moveTo>
                    <a:lnTo>
                      <a:pt x="1212" y="37"/>
                    </a:lnTo>
                    <a:lnTo>
                      <a:pt x="845" y="110"/>
                    </a:lnTo>
                    <a:lnTo>
                      <a:pt x="515" y="184"/>
                    </a:lnTo>
                    <a:lnTo>
                      <a:pt x="148" y="294"/>
                    </a:lnTo>
                    <a:lnTo>
                      <a:pt x="74" y="331"/>
                    </a:lnTo>
                    <a:lnTo>
                      <a:pt x="1" y="367"/>
                    </a:lnTo>
                    <a:lnTo>
                      <a:pt x="1" y="441"/>
                    </a:lnTo>
                    <a:lnTo>
                      <a:pt x="111" y="697"/>
                    </a:lnTo>
                    <a:lnTo>
                      <a:pt x="331" y="1174"/>
                    </a:lnTo>
                    <a:lnTo>
                      <a:pt x="625" y="1615"/>
                    </a:lnTo>
                    <a:lnTo>
                      <a:pt x="955" y="2055"/>
                    </a:lnTo>
                    <a:lnTo>
                      <a:pt x="1322" y="2459"/>
                    </a:lnTo>
                    <a:lnTo>
                      <a:pt x="1652" y="2789"/>
                    </a:lnTo>
                    <a:lnTo>
                      <a:pt x="2056" y="3119"/>
                    </a:lnTo>
                    <a:lnTo>
                      <a:pt x="2533" y="3413"/>
                    </a:lnTo>
                    <a:lnTo>
                      <a:pt x="2533" y="3449"/>
                    </a:lnTo>
                    <a:lnTo>
                      <a:pt x="2569" y="3669"/>
                    </a:lnTo>
                    <a:lnTo>
                      <a:pt x="2643" y="3890"/>
                    </a:lnTo>
                    <a:lnTo>
                      <a:pt x="2789" y="4036"/>
                    </a:lnTo>
                    <a:lnTo>
                      <a:pt x="3010" y="4293"/>
                    </a:lnTo>
                    <a:lnTo>
                      <a:pt x="3303" y="4477"/>
                    </a:lnTo>
                    <a:lnTo>
                      <a:pt x="3597" y="4550"/>
                    </a:lnTo>
                    <a:lnTo>
                      <a:pt x="3927" y="4587"/>
                    </a:lnTo>
                    <a:lnTo>
                      <a:pt x="3964" y="4587"/>
                    </a:lnTo>
                    <a:lnTo>
                      <a:pt x="4037" y="4550"/>
                    </a:lnTo>
                    <a:lnTo>
                      <a:pt x="4074" y="4513"/>
                    </a:lnTo>
                    <a:lnTo>
                      <a:pt x="4037" y="4403"/>
                    </a:lnTo>
                    <a:lnTo>
                      <a:pt x="3927" y="4183"/>
                    </a:lnTo>
                    <a:lnTo>
                      <a:pt x="3780" y="4000"/>
                    </a:lnTo>
                    <a:lnTo>
                      <a:pt x="4037" y="4036"/>
                    </a:lnTo>
                    <a:lnTo>
                      <a:pt x="4330" y="4073"/>
                    </a:lnTo>
                    <a:lnTo>
                      <a:pt x="4697" y="4110"/>
                    </a:lnTo>
                    <a:lnTo>
                      <a:pt x="4991" y="4110"/>
                    </a:lnTo>
                    <a:lnTo>
                      <a:pt x="5211" y="4036"/>
                    </a:lnTo>
                    <a:lnTo>
                      <a:pt x="5321" y="4036"/>
                    </a:lnTo>
                    <a:lnTo>
                      <a:pt x="5321" y="4146"/>
                    </a:lnTo>
                    <a:lnTo>
                      <a:pt x="5284" y="4367"/>
                    </a:lnTo>
                    <a:lnTo>
                      <a:pt x="5284" y="4587"/>
                    </a:lnTo>
                    <a:lnTo>
                      <a:pt x="5321" y="4844"/>
                    </a:lnTo>
                    <a:lnTo>
                      <a:pt x="5358" y="4990"/>
                    </a:lnTo>
                    <a:lnTo>
                      <a:pt x="5468" y="5100"/>
                    </a:lnTo>
                    <a:lnTo>
                      <a:pt x="5578" y="5210"/>
                    </a:lnTo>
                    <a:lnTo>
                      <a:pt x="5725" y="5284"/>
                    </a:lnTo>
                    <a:lnTo>
                      <a:pt x="5908" y="5321"/>
                    </a:lnTo>
                    <a:lnTo>
                      <a:pt x="5945" y="5321"/>
                    </a:lnTo>
                    <a:lnTo>
                      <a:pt x="6055" y="5284"/>
                    </a:lnTo>
                    <a:lnTo>
                      <a:pt x="6128" y="5210"/>
                    </a:lnTo>
                    <a:lnTo>
                      <a:pt x="6165" y="5100"/>
                    </a:lnTo>
                    <a:lnTo>
                      <a:pt x="6238" y="4844"/>
                    </a:lnTo>
                    <a:lnTo>
                      <a:pt x="6312" y="4587"/>
                    </a:lnTo>
                    <a:lnTo>
                      <a:pt x="6348" y="4330"/>
                    </a:lnTo>
                    <a:lnTo>
                      <a:pt x="6348" y="4073"/>
                    </a:lnTo>
                    <a:lnTo>
                      <a:pt x="6312" y="3816"/>
                    </a:lnTo>
                    <a:lnTo>
                      <a:pt x="6312" y="3743"/>
                    </a:lnTo>
                    <a:lnTo>
                      <a:pt x="6495" y="3706"/>
                    </a:lnTo>
                    <a:lnTo>
                      <a:pt x="6862" y="3669"/>
                    </a:lnTo>
                    <a:lnTo>
                      <a:pt x="7119" y="3596"/>
                    </a:lnTo>
                    <a:lnTo>
                      <a:pt x="7339" y="3449"/>
                    </a:lnTo>
                    <a:lnTo>
                      <a:pt x="7559" y="3266"/>
                    </a:lnTo>
                    <a:lnTo>
                      <a:pt x="7706" y="3046"/>
                    </a:lnTo>
                    <a:lnTo>
                      <a:pt x="7816" y="2826"/>
                    </a:lnTo>
                    <a:lnTo>
                      <a:pt x="7890" y="2569"/>
                    </a:lnTo>
                    <a:lnTo>
                      <a:pt x="7890" y="2495"/>
                    </a:lnTo>
                    <a:lnTo>
                      <a:pt x="7853" y="2459"/>
                    </a:lnTo>
                    <a:lnTo>
                      <a:pt x="7816" y="2422"/>
                    </a:lnTo>
                    <a:lnTo>
                      <a:pt x="7743" y="2385"/>
                    </a:lnTo>
                    <a:lnTo>
                      <a:pt x="7706" y="2385"/>
                    </a:lnTo>
                    <a:lnTo>
                      <a:pt x="7449" y="2459"/>
                    </a:lnTo>
                    <a:lnTo>
                      <a:pt x="7156" y="2532"/>
                    </a:lnTo>
                    <a:lnTo>
                      <a:pt x="6642" y="2715"/>
                    </a:lnTo>
                    <a:lnTo>
                      <a:pt x="6422" y="2826"/>
                    </a:lnTo>
                    <a:lnTo>
                      <a:pt x="6202" y="2972"/>
                    </a:lnTo>
                    <a:lnTo>
                      <a:pt x="6128" y="2972"/>
                    </a:lnTo>
                    <a:lnTo>
                      <a:pt x="6092" y="2936"/>
                    </a:lnTo>
                    <a:lnTo>
                      <a:pt x="5982" y="2642"/>
                    </a:lnTo>
                    <a:lnTo>
                      <a:pt x="5798" y="2312"/>
                    </a:lnTo>
                    <a:lnTo>
                      <a:pt x="5615" y="2018"/>
                    </a:lnTo>
                    <a:lnTo>
                      <a:pt x="5395" y="1725"/>
                    </a:lnTo>
                    <a:lnTo>
                      <a:pt x="5174" y="1468"/>
                    </a:lnTo>
                    <a:lnTo>
                      <a:pt x="5064" y="1358"/>
                    </a:lnTo>
                    <a:lnTo>
                      <a:pt x="5468" y="1358"/>
                    </a:lnTo>
                    <a:lnTo>
                      <a:pt x="5761" y="1321"/>
                    </a:lnTo>
                    <a:lnTo>
                      <a:pt x="6018" y="1211"/>
                    </a:lnTo>
                    <a:lnTo>
                      <a:pt x="6238" y="991"/>
                    </a:lnTo>
                    <a:lnTo>
                      <a:pt x="6459" y="771"/>
                    </a:lnTo>
                    <a:lnTo>
                      <a:pt x="6459" y="734"/>
                    </a:lnTo>
                    <a:lnTo>
                      <a:pt x="6495" y="697"/>
                    </a:lnTo>
                    <a:lnTo>
                      <a:pt x="6495" y="624"/>
                    </a:lnTo>
                    <a:lnTo>
                      <a:pt x="6459" y="587"/>
                    </a:lnTo>
                    <a:lnTo>
                      <a:pt x="6422" y="551"/>
                    </a:lnTo>
                    <a:lnTo>
                      <a:pt x="6312" y="477"/>
                    </a:lnTo>
                    <a:lnTo>
                      <a:pt x="5982" y="404"/>
                    </a:lnTo>
                    <a:lnTo>
                      <a:pt x="5761" y="331"/>
                    </a:lnTo>
                    <a:lnTo>
                      <a:pt x="5284" y="331"/>
                    </a:lnTo>
                    <a:lnTo>
                      <a:pt x="5028" y="404"/>
                    </a:lnTo>
                    <a:lnTo>
                      <a:pt x="4771" y="477"/>
                    </a:lnTo>
                    <a:lnTo>
                      <a:pt x="4551" y="624"/>
                    </a:lnTo>
                    <a:lnTo>
                      <a:pt x="4330" y="771"/>
                    </a:lnTo>
                    <a:lnTo>
                      <a:pt x="4294" y="734"/>
                    </a:lnTo>
                    <a:lnTo>
                      <a:pt x="3743" y="441"/>
                    </a:lnTo>
                    <a:lnTo>
                      <a:pt x="3156" y="220"/>
                    </a:lnTo>
                    <a:lnTo>
                      <a:pt x="2643" y="110"/>
                    </a:lnTo>
                    <a:lnTo>
                      <a:pt x="2202" y="37"/>
                    </a:lnTo>
                    <a:lnTo>
                      <a:pt x="1725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" name="Google Shape;23163;p37">
                <a:extLst>
                  <a:ext uri="{FF2B5EF4-FFF2-40B4-BE49-F238E27FC236}">
                    <a16:creationId xmlns:a16="http://schemas.microsoft.com/office/drawing/2014/main" id="{FA85C983-F51A-3B4E-2A98-11C47C765C34}"/>
                  </a:ext>
                </a:extLst>
              </p:cNvPr>
              <p:cNvGrpSpPr/>
              <p:nvPr/>
            </p:nvGrpSpPr>
            <p:grpSpPr>
              <a:xfrm>
                <a:off x="2307156" y="3224947"/>
                <a:ext cx="551184" cy="371717"/>
                <a:chOff x="5625093" y="1810629"/>
                <a:chExt cx="262619" cy="177109"/>
              </a:xfrm>
            </p:grpSpPr>
            <p:sp>
              <p:nvSpPr>
                <p:cNvPr id="113" name="Google Shape;23164;p37">
                  <a:extLst>
                    <a:ext uri="{FF2B5EF4-FFF2-40B4-BE49-F238E27FC236}">
                      <a16:creationId xmlns:a16="http://schemas.microsoft.com/office/drawing/2014/main" id="{9938015F-C3AF-FEB4-DCA3-5DFFC3B41DC0}"/>
                    </a:ext>
                  </a:extLst>
                </p:cNvPr>
                <p:cNvSpPr/>
                <p:nvPr/>
              </p:nvSpPr>
              <p:spPr>
                <a:xfrm>
                  <a:off x="5625093" y="1810629"/>
                  <a:ext cx="262619" cy="177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0" h="5321" extrusionOk="0">
                      <a:moveTo>
                        <a:pt x="1579" y="1"/>
                      </a:moveTo>
                      <a:lnTo>
                        <a:pt x="1212" y="37"/>
                      </a:lnTo>
                      <a:lnTo>
                        <a:pt x="845" y="111"/>
                      </a:lnTo>
                      <a:lnTo>
                        <a:pt x="515" y="184"/>
                      </a:lnTo>
                      <a:lnTo>
                        <a:pt x="148" y="294"/>
                      </a:lnTo>
                      <a:lnTo>
                        <a:pt x="74" y="331"/>
                      </a:lnTo>
                      <a:lnTo>
                        <a:pt x="1" y="368"/>
                      </a:lnTo>
                      <a:lnTo>
                        <a:pt x="1" y="441"/>
                      </a:lnTo>
                      <a:lnTo>
                        <a:pt x="111" y="698"/>
                      </a:lnTo>
                      <a:lnTo>
                        <a:pt x="331" y="1175"/>
                      </a:lnTo>
                      <a:lnTo>
                        <a:pt x="625" y="1615"/>
                      </a:lnTo>
                      <a:lnTo>
                        <a:pt x="955" y="2055"/>
                      </a:lnTo>
                      <a:lnTo>
                        <a:pt x="1322" y="2459"/>
                      </a:lnTo>
                      <a:lnTo>
                        <a:pt x="1652" y="2789"/>
                      </a:lnTo>
                      <a:lnTo>
                        <a:pt x="2056" y="3119"/>
                      </a:lnTo>
                      <a:lnTo>
                        <a:pt x="2606" y="3486"/>
                      </a:lnTo>
                      <a:lnTo>
                        <a:pt x="2900" y="3633"/>
                      </a:lnTo>
                      <a:lnTo>
                        <a:pt x="3230" y="3780"/>
                      </a:lnTo>
                      <a:lnTo>
                        <a:pt x="3743" y="3963"/>
                      </a:lnTo>
                      <a:lnTo>
                        <a:pt x="4037" y="4037"/>
                      </a:lnTo>
                      <a:lnTo>
                        <a:pt x="4330" y="4073"/>
                      </a:lnTo>
                      <a:lnTo>
                        <a:pt x="4697" y="4110"/>
                      </a:lnTo>
                      <a:lnTo>
                        <a:pt x="4954" y="4110"/>
                      </a:lnTo>
                      <a:lnTo>
                        <a:pt x="5211" y="4037"/>
                      </a:lnTo>
                      <a:lnTo>
                        <a:pt x="5321" y="4037"/>
                      </a:lnTo>
                      <a:lnTo>
                        <a:pt x="5321" y="4147"/>
                      </a:lnTo>
                      <a:lnTo>
                        <a:pt x="5284" y="4367"/>
                      </a:lnTo>
                      <a:lnTo>
                        <a:pt x="5284" y="4587"/>
                      </a:lnTo>
                      <a:lnTo>
                        <a:pt x="5321" y="4844"/>
                      </a:lnTo>
                      <a:lnTo>
                        <a:pt x="5358" y="4991"/>
                      </a:lnTo>
                      <a:lnTo>
                        <a:pt x="5468" y="5101"/>
                      </a:lnTo>
                      <a:lnTo>
                        <a:pt x="5578" y="5211"/>
                      </a:lnTo>
                      <a:lnTo>
                        <a:pt x="5725" y="5284"/>
                      </a:lnTo>
                      <a:lnTo>
                        <a:pt x="5835" y="5321"/>
                      </a:lnTo>
                      <a:lnTo>
                        <a:pt x="5945" y="5321"/>
                      </a:lnTo>
                      <a:lnTo>
                        <a:pt x="6055" y="5284"/>
                      </a:lnTo>
                      <a:lnTo>
                        <a:pt x="6128" y="5211"/>
                      </a:lnTo>
                      <a:lnTo>
                        <a:pt x="6165" y="5101"/>
                      </a:lnTo>
                      <a:lnTo>
                        <a:pt x="6238" y="4844"/>
                      </a:lnTo>
                      <a:lnTo>
                        <a:pt x="6312" y="4587"/>
                      </a:lnTo>
                      <a:lnTo>
                        <a:pt x="6348" y="4330"/>
                      </a:lnTo>
                      <a:lnTo>
                        <a:pt x="6348" y="4073"/>
                      </a:lnTo>
                      <a:lnTo>
                        <a:pt x="6312" y="3817"/>
                      </a:lnTo>
                      <a:lnTo>
                        <a:pt x="6312" y="3743"/>
                      </a:lnTo>
                      <a:lnTo>
                        <a:pt x="6495" y="3707"/>
                      </a:lnTo>
                      <a:lnTo>
                        <a:pt x="6862" y="3670"/>
                      </a:lnTo>
                      <a:lnTo>
                        <a:pt x="7119" y="3596"/>
                      </a:lnTo>
                      <a:lnTo>
                        <a:pt x="7339" y="3450"/>
                      </a:lnTo>
                      <a:lnTo>
                        <a:pt x="7559" y="3266"/>
                      </a:lnTo>
                      <a:lnTo>
                        <a:pt x="7706" y="3046"/>
                      </a:lnTo>
                      <a:lnTo>
                        <a:pt x="7816" y="2826"/>
                      </a:lnTo>
                      <a:lnTo>
                        <a:pt x="7890" y="2569"/>
                      </a:lnTo>
                      <a:lnTo>
                        <a:pt x="7890" y="2496"/>
                      </a:lnTo>
                      <a:lnTo>
                        <a:pt x="7853" y="2459"/>
                      </a:lnTo>
                      <a:lnTo>
                        <a:pt x="7779" y="2422"/>
                      </a:lnTo>
                      <a:lnTo>
                        <a:pt x="7706" y="2386"/>
                      </a:lnTo>
                      <a:lnTo>
                        <a:pt x="7449" y="2459"/>
                      </a:lnTo>
                      <a:lnTo>
                        <a:pt x="7156" y="2532"/>
                      </a:lnTo>
                      <a:lnTo>
                        <a:pt x="6642" y="2716"/>
                      </a:lnTo>
                      <a:lnTo>
                        <a:pt x="6422" y="2826"/>
                      </a:lnTo>
                      <a:lnTo>
                        <a:pt x="6202" y="2973"/>
                      </a:lnTo>
                      <a:lnTo>
                        <a:pt x="6128" y="2973"/>
                      </a:lnTo>
                      <a:lnTo>
                        <a:pt x="6092" y="2936"/>
                      </a:lnTo>
                      <a:lnTo>
                        <a:pt x="5982" y="2642"/>
                      </a:lnTo>
                      <a:lnTo>
                        <a:pt x="5798" y="2312"/>
                      </a:lnTo>
                      <a:lnTo>
                        <a:pt x="5615" y="2019"/>
                      </a:lnTo>
                      <a:lnTo>
                        <a:pt x="5395" y="1725"/>
                      </a:lnTo>
                      <a:lnTo>
                        <a:pt x="5174" y="1468"/>
                      </a:lnTo>
                      <a:lnTo>
                        <a:pt x="4771" y="1065"/>
                      </a:lnTo>
                      <a:lnTo>
                        <a:pt x="4294" y="735"/>
                      </a:lnTo>
                      <a:lnTo>
                        <a:pt x="3743" y="441"/>
                      </a:lnTo>
                      <a:lnTo>
                        <a:pt x="3156" y="221"/>
                      </a:lnTo>
                      <a:lnTo>
                        <a:pt x="2643" y="111"/>
                      </a:lnTo>
                      <a:lnTo>
                        <a:pt x="2129" y="37"/>
                      </a:lnTo>
                      <a:lnTo>
                        <a:pt x="157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23165;p37">
                  <a:extLst>
                    <a:ext uri="{FF2B5EF4-FFF2-40B4-BE49-F238E27FC236}">
                      <a16:creationId xmlns:a16="http://schemas.microsoft.com/office/drawing/2014/main" id="{64DE6C29-0CC2-A9B6-2094-753AFA274B55}"/>
                    </a:ext>
                  </a:extLst>
                </p:cNvPr>
                <p:cNvSpPr/>
                <p:nvPr/>
              </p:nvSpPr>
              <p:spPr>
                <a:xfrm>
                  <a:off x="5761894" y="1821613"/>
                  <a:ext cx="79418" cy="3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6" h="1029" extrusionOk="0">
                      <a:moveTo>
                        <a:pt x="1468" y="74"/>
                      </a:moveTo>
                      <a:lnTo>
                        <a:pt x="1835" y="148"/>
                      </a:lnTo>
                      <a:lnTo>
                        <a:pt x="2165" y="258"/>
                      </a:lnTo>
                      <a:lnTo>
                        <a:pt x="2275" y="294"/>
                      </a:lnTo>
                      <a:lnTo>
                        <a:pt x="2238" y="368"/>
                      </a:lnTo>
                      <a:lnTo>
                        <a:pt x="2092" y="551"/>
                      </a:lnTo>
                      <a:lnTo>
                        <a:pt x="1872" y="735"/>
                      </a:lnTo>
                      <a:lnTo>
                        <a:pt x="1651" y="845"/>
                      </a:lnTo>
                      <a:lnTo>
                        <a:pt x="1358" y="918"/>
                      </a:lnTo>
                      <a:lnTo>
                        <a:pt x="1064" y="918"/>
                      </a:lnTo>
                      <a:lnTo>
                        <a:pt x="734" y="882"/>
                      </a:lnTo>
                      <a:lnTo>
                        <a:pt x="294" y="771"/>
                      </a:lnTo>
                      <a:lnTo>
                        <a:pt x="184" y="735"/>
                      </a:lnTo>
                      <a:lnTo>
                        <a:pt x="147" y="698"/>
                      </a:lnTo>
                      <a:lnTo>
                        <a:pt x="1138" y="661"/>
                      </a:lnTo>
                      <a:lnTo>
                        <a:pt x="1321" y="661"/>
                      </a:lnTo>
                      <a:lnTo>
                        <a:pt x="1321" y="625"/>
                      </a:lnTo>
                      <a:lnTo>
                        <a:pt x="1285" y="625"/>
                      </a:lnTo>
                      <a:lnTo>
                        <a:pt x="1211" y="588"/>
                      </a:lnTo>
                      <a:lnTo>
                        <a:pt x="441" y="625"/>
                      </a:lnTo>
                      <a:lnTo>
                        <a:pt x="367" y="625"/>
                      </a:lnTo>
                      <a:lnTo>
                        <a:pt x="367" y="588"/>
                      </a:lnTo>
                      <a:lnTo>
                        <a:pt x="477" y="551"/>
                      </a:lnTo>
                      <a:lnTo>
                        <a:pt x="1064" y="368"/>
                      </a:lnTo>
                      <a:lnTo>
                        <a:pt x="1138" y="368"/>
                      </a:lnTo>
                      <a:lnTo>
                        <a:pt x="1174" y="331"/>
                      </a:lnTo>
                      <a:lnTo>
                        <a:pt x="1138" y="294"/>
                      </a:lnTo>
                      <a:lnTo>
                        <a:pt x="1028" y="331"/>
                      </a:lnTo>
                      <a:lnTo>
                        <a:pt x="294" y="515"/>
                      </a:lnTo>
                      <a:lnTo>
                        <a:pt x="220" y="551"/>
                      </a:lnTo>
                      <a:lnTo>
                        <a:pt x="220" y="515"/>
                      </a:lnTo>
                      <a:lnTo>
                        <a:pt x="257" y="515"/>
                      </a:lnTo>
                      <a:lnTo>
                        <a:pt x="441" y="368"/>
                      </a:lnTo>
                      <a:lnTo>
                        <a:pt x="661" y="258"/>
                      </a:lnTo>
                      <a:lnTo>
                        <a:pt x="881" y="184"/>
                      </a:lnTo>
                      <a:lnTo>
                        <a:pt x="1101" y="111"/>
                      </a:lnTo>
                      <a:lnTo>
                        <a:pt x="1285" y="74"/>
                      </a:lnTo>
                      <a:close/>
                      <a:moveTo>
                        <a:pt x="1174" y="1"/>
                      </a:moveTo>
                      <a:lnTo>
                        <a:pt x="918" y="74"/>
                      </a:lnTo>
                      <a:lnTo>
                        <a:pt x="661" y="148"/>
                      </a:lnTo>
                      <a:lnTo>
                        <a:pt x="404" y="294"/>
                      </a:lnTo>
                      <a:lnTo>
                        <a:pt x="184" y="441"/>
                      </a:lnTo>
                      <a:lnTo>
                        <a:pt x="74" y="551"/>
                      </a:lnTo>
                      <a:lnTo>
                        <a:pt x="37" y="625"/>
                      </a:lnTo>
                      <a:lnTo>
                        <a:pt x="0" y="698"/>
                      </a:lnTo>
                      <a:lnTo>
                        <a:pt x="37" y="771"/>
                      </a:lnTo>
                      <a:lnTo>
                        <a:pt x="147" y="808"/>
                      </a:lnTo>
                      <a:lnTo>
                        <a:pt x="551" y="955"/>
                      </a:lnTo>
                      <a:lnTo>
                        <a:pt x="1064" y="1028"/>
                      </a:lnTo>
                      <a:lnTo>
                        <a:pt x="1358" y="1028"/>
                      </a:lnTo>
                      <a:lnTo>
                        <a:pt x="1651" y="992"/>
                      </a:lnTo>
                      <a:lnTo>
                        <a:pt x="1908" y="882"/>
                      </a:lnTo>
                      <a:lnTo>
                        <a:pt x="2128" y="661"/>
                      </a:lnTo>
                      <a:lnTo>
                        <a:pt x="2349" y="441"/>
                      </a:lnTo>
                      <a:lnTo>
                        <a:pt x="2349" y="405"/>
                      </a:lnTo>
                      <a:lnTo>
                        <a:pt x="2385" y="368"/>
                      </a:lnTo>
                      <a:lnTo>
                        <a:pt x="2385" y="294"/>
                      </a:lnTo>
                      <a:lnTo>
                        <a:pt x="2349" y="258"/>
                      </a:lnTo>
                      <a:lnTo>
                        <a:pt x="2312" y="221"/>
                      </a:lnTo>
                      <a:lnTo>
                        <a:pt x="2202" y="148"/>
                      </a:lnTo>
                      <a:lnTo>
                        <a:pt x="1872" y="74"/>
                      </a:lnTo>
                      <a:lnTo>
                        <a:pt x="154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23166;p37">
                  <a:extLst>
                    <a:ext uri="{FF2B5EF4-FFF2-40B4-BE49-F238E27FC236}">
                      <a16:creationId xmlns:a16="http://schemas.microsoft.com/office/drawing/2014/main" id="{5A14DE0D-EDD1-D00F-11AD-88D0A040BD10}"/>
                    </a:ext>
                  </a:extLst>
                </p:cNvPr>
                <p:cNvSpPr/>
                <p:nvPr/>
              </p:nvSpPr>
              <p:spPr>
                <a:xfrm>
                  <a:off x="5709370" y="1913213"/>
                  <a:ext cx="51325" cy="5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506" extrusionOk="0">
                      <a:moveTo>
                        <a:pt x="184" y="1"/>
                      </a:moveTo>
                      <a:lnTo>
                        <a:pt x="74" y="111"/>
                      </a:lnTo>
                      <a:lnTo>
                        <a:pt x="1" y="221"/>
                      </a:lnTo>
                      <a:lnTo>
                        <a:pt x="1" y="368"/>
                      </a:lnTo>
                      <a:lnTo>
                        <a:pt x="37" y="588"/>
                      </a:lnTo>
                      <a:lnTo>
                        <a:pt x="111" y="808"/>
                      </a:lnTo>
                      <a:lnTo>
                        <a:pt x="257" y="955"/>
                      </a:lnTo>
                      <a:lnTo>
                        <a:pt x="478" y="1212"/>
                      </a:lnTo>
                      <a:lnTo>
                        <a:pt x="771" y="1395"/>
                      </a:lnTo>
                      <a:lnTo>
                        <a:pt x="1065" y="1468"/>
                      </a:lnTo>
                      <a:lnTo>
                        <a:pt x="1395" y="1505"/>
                      </a:lnTo>
                      <a:lnTo>
                        <a:pt x="1432" y="1505"/>
                      </a:lnTo>
                      <a:lnTo>
                        <a:pt x="1505" y="1468"/>
                      </a:lnTo>
                      <a:lnTo>
                        <a:pt x="1542" y="1432"/>
                      </a:lnTo>
                      <a:lnTo>
                        <a:pt x="1505" y="1322"/>
                      </a:lnTo>
                      <a:lnTo>
                        <a:pt x="1395" y="1102"/>
                      </a:lnTo>
                      <a:lnTo>
                        <a:pt x="1175" y="808"/>
                      </a:lnTo>
                      <a:lnTo>
                        <a:pt x="955" y="514"/>
                      </a:lnTo>
                      <a:lnTo>
                        <a:pt x="698" y="331"/>
                      </a:lnTo>
                      <a:lnTo>
                        <a:pt x="441" y="111"/>
                      </a:lnTo>
                      <a:lnTo>
                        <a:pt x="404" y="111"/>
                      </a:lnTo>
                      <a:lnTo>
                        <a:pt x="441" y="184"/>
                      </a:lnTo>
                      <a:lnTo>
                        <a:pt x="734" y="441"/>
                      </a:lnTo>
                      <a:lnTo>
                        <a:pt x="918" y="625"/>
                      </a:lnTo>
                      <a:lnTo>
                        <a:pt x="1101" y="845"/>
                      </a:lnTo>
                      <a:lnTo>
                        <a:pt x="1248" y="1065"/>
                      </a:lnTo>
                      <a:lnTo>
                        <a:pt x="1395" y="1322"/>
                      </a:lnTo>
                      <a:lnTo>
                        <a:pt x="1395" y="1395"/>
                      </a:lnTo>
                      <a:lnTo>
                        <a:pt x="1358" y="1395"/>
                      </a:lnTo>
                      <a:lnTo>
                        <a:pt x="1101" y="1358"/>
                      </a:lnTo>
                      <a:lnTo>
                        <a:pt x="955" y="1322"/>
                      </a:lnTo>
                      <a:lnTo>
                        <a:pt x="808" y="1248"/>
                      </a:lnTo>
                      <a:lnTo>
                        <a:pt x="661" y="1175"/>
                      </a:lnTo>
                      <a:lnTo>
                        <a:pt x="514" y="1065"/>
                      </a:lnTo>
                      <a:lnTo>
                        <a:pt x="331" y="918"/>
                      </a:lnTo>
                      <a:lnTo>
                        <a:pt x="184" y="735"/>
                      </a:lnTo>
                      <a:lnTo>
                        <a:pt x="111" y="588"/>
                      </a:lnTo>
                      <a:lnTo>
                        <a:pt x="74" y="441"/>
                      </a:lnTo>
                      <a:lnTo>
                        <a:pt x="74" y="368"/>
                      </a:lnTo>
                      <a:lnTo>
                        <a:pt x="74" y="294"/>
                      </a:lnTo>
                      <a:lnTo>
                        <a:pt x="184" y="148"/>
                      </a:lnTo>
                      <a:lnTo>
                        <a:pt x="331" y="441"/>
                      </a:lnTo>
                      <a:lnTo>
                        <a:pt x="404" y="588"/>
                      </a:lnTo>
                      <a:lnTo>
                        <a:pt x="514" y="698"/>
                      </a:lnTo>
                      <a:lnTo>
                        <a:pt x="514" y="661"/>
                      </a:lnTo>
                      <a:lnTo>
                        <a:pt x="331" y="368"/>
                      </a:lnTo>
                      <a:lnTo>
                        <a:pt x="331" y="331"/>
                      </a:lnTo>
                      <a:lnTo>
                        <a:pt x="368" y="331"/>
                      </a:lnTo>
                      <a:lnTo>
                        <a:pt x="551" y="551"/>
                      </a:lnTo>
                      <a:lnTo>
                        <a:pt x="771" y="735"/>
                      </a:lnTo>
                      <a:lnTo>
                        <a:pt x="808" y="698"/>
                      </a:lnTo>
                      <a:lnTo>
                        <a:pt x="771" y="661"/>
                      </a:lnTo>
                      <a:lnTo>
                        <a:pt x="257" y="74"/>
                      </a:lnTo>
                      <a:lnTo>
                        <a:pt x="18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23167;p37">
                  <a:extLst>
                    <a:ext uri="{FF2B5EF4-FFF2-40B4-BE49-F238E27FC236}">
                      <a16:creationId xmlns:a16="http://schemas.microsoft.com/office/drawing/2014/main" id="{8AF17832-6306-EC01-69D2-F9D3FFC1EDA0}"/>
                    </a:ext>
                  </a:extLst>
                </p:cNvPr>
                <p:cNvSpPr/>
                <p:nvPr/>
              </p:nvSpPr>
              <p:spPr>
                <a:xfrm>
                  <a:off x="5687402" y="1833828"/>
                  <a:ext cx="50094" cy="5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" h="1799" extrusionOk="0">
                      <a:moveTo>
                        <a:pt x="1431" y="1"/>
                      </a:moveTo>
                      <a:lnTo>
                        <a:pt x="1431" y="74"/>
                      </a:lnTo>
                      <a:lnTo>
                        <a:pt x="1468" y="258"/>
                      </a:lnTo>
                      <a:lnTo>
                        <a:pt x="1431" y="404"/>
                      </a:lnTo>
                      <a:lnTo>
                        <a:pt x="1358" y="661"/>
                      </a:lnTo>
                      <a:lnTo>
                        <a:pt x="1248" y="845"/>
                      </a:lnTo>
                      <a:lnTo>
                        <a:pt x="1174" y="1028"/>
                      </a:lnTo>
                      <a:lnTo>
                        <a:pt x="881" y="1322"/>
                      </a:lnTo>
                      <a:lnTo>
                        <a:pt x="624" y="1542"/>
                      </a:lnTo>
                      <a:lnTo>
                        <a:pt x="330" y="1652"/>
                      </a:lnTo>
                      <a:lnTo>
                        <a:pt x="74" y="1725"/>
                      </a:lnTo>
                      <a:lnTo>
                        <a:pt x="0" y="1762"/>
                      </a:lnTo>
                      <a:lnTo>
                        <a:pt x="37" y="1799"/>
                      </a:lnTo>
                      <a:lnTo>
                        <a:pt x="74" y="1799"/>
                      </a:lnTo>
                      <a:lnTo>
                        <a:pt x="367" y="1762"/>
                      </a:lnTo>
                      <a:lnTo>
                        <a:pt x="551" y="1689"/>
                      </a:lnTo>
                      <a:lnTo>
                        <a:pt x="734" y="1615"/>
                      </a:lnTo>
                      <a:lnTo>
                        <a:pt x="1028" y="1395"/>
                      </a:lnTo>
                      <a:lnTo>
                        <a:pt x="1248" y="1102"/>
                      </a:lnTo>
                      <a:lnTo>
                        <a:pt x="1394" y="808"/>
                      </a:lnTo>
                      <a:lnTo>
                        <a:pt x="1505" y="441"/>
                      </a:lnTo>
                      <a:lnTo>
                        <a:pt x="1505" y="221"/>
                      </a:lnTo>
                      <a:lnTo>
                        <a:pt x="14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23168;p37">
                  <a:extLst>
                    <a:ext uri="{FF2B5EF4-FFF2-40B4-BE49-F238E27FC236}">
                      <a16:creationId xmlns:a16="http://schemas.microsoft.com/office/drawing/2014/main" id="{5980E339-E9A0-B306-334F-9C798E586F6C}"/>
                    </a:ext>
                  </a:extLst>
                </p:cNvPr>
                <p:cNvSpPr/>
                <p:nvPr/>
              </p:nvSpPr>
              <p:spPr>
                <a:xfrm>
                  <a:off x="5809524" y="1936412"/>
                  <a:ext cx="17108" cy="28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845" extrusionOk="0">
                      <a:moveTo>
                        <a:pt x="294" y="1"/>
                      </a:moveTo>
                      <a:lnTo>
                        <a:pt x="220" y="38"/>
                      </a:lnTo>
                      <a:lnTo>
                        <a:pt x="184" y="148"/>
                      </a:lnTo>
                      <a:lnTo>
                        <a:pt x="74" y="405"/>
                      </a:lnTo>
                      <a:lnTo>
                        <a:pt x="0" y="661"/>
                      </a:lnTo>
                      <a:lnTo>
                        <a:pt x="0" y="808"/>
                      </a:lnTo>
                      <a:lnTo>
                        <a:pt x="37" y="845"/>
                      </a:lnTo>
                      <a:lnTo>
                        <a:pt x="74" y="845"/>
                      </a:lnTo>
                      <a:lnTo>
                        <a:pt x="74" y="808"/>
                      </a:lnTo>
                      <a:lnTo>
                        <a:pt x="147" y="551"/>
                      </a:lnTo>
                      <a:lnTo>
                        <a:pt x="257" y="294"/>
                      </a:lnTo>
                      <a:lnTo>
                        <a:pt x="294" y="221"/>
                      </a:lnTo>
                      <a:lnTo>
                        <a:pt x="331" y="368"/>
                      </a:lnTo>
                      <a:lnTo>
                        <a:pt x="367" y="698"/>
                      </a:lnTo>
                      <a:lnTo>
                        <a:pt x="441" y="808"/>
                      </a:lnTo>
                      <a:lnTo>
                        <a:pt x="477" y="845"/>
                      </a:lnTo>
                      <a:lnTo>
                        <a:pt x="514" y="808"/>
                      </a:lnTo>
                      <a:lnTo>
                        <a:pt x="441" y="625"/>
                      </a:lnTo>
                      <a:lnTo>
                        <a:pt x="404" y="441"/>
                      </a:lnTo>
                      <a:lnTo>
                        <a:pt x="404" y="11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23169;p37">
                  <a:extLst>
                    <a:ext uri="{FF2B5EF4-FFF2-40B4-BE49-F238E27FC236}">
                      <a16:creationId xmlns:a16="http://schemas.microsoft.com/office/drawing/2014/main" id="{783CD271-58B6-C168-CDBD-33897BCBDB04}"/>
                    </a:ext>
                  </a:extLst>
                </p:cNvPr>
                <p:cNvSpPr/>
                <p:nvPr/>
              </p:nvSpPr>
              <p:spPr>
                <a:xfrm>
                  <a:off x="5831492" y="1908353"/>
                  <a:ext cx="34250" cy="15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477" extrusionOk="0">
                      <a:moveTo>
                        <a:pt x="918" y="0"/>
                      </a:moveTo>
                      <a:lnTo>
                        <a:pt x="111" y="330"/>
                      </a:lnTo>
                      <a:lnTo>
                        <a:pt x="37" y="367"/>
                      </a:lnTo>
                      <a:lnTo>
                        <a:pt x="1" y="367"/>
                      </a:lnTo>
                      <a:lnTo>
                        <a:pt x="37" y="440"/>
                      </a:lnTo>
                      <a:lnTo>
                        <a:pt x="441" y="477"/>
                      </a:lnTo>
                      <a:lnTo>
                        <a:pt x="881" y="477"/>
                      </a:lnTo>
                      <a:lnTo>
                        <a:pt x="845" y="440"/>
                      </a:lnTo>
                      <a:lnTo>
                        <a:pt x="808" y="440"/>
                      </a:lnTo>
                      <a:lnTo>
                        <a:pt x="478" y="404"/>
                      </a:lnTo>
                      <a:lnTo>
                        <a:pt x="368" y="404"/>
                      </a:lnTo>
                      <a:lnTo>
                        <a:pt x="294" y="367"/>
                      </a:lnTo>
                      <a:lnTo>
                        <a:pt x="478" y="294"/>
                      </a:lnTo>
                      <a:lnTo>
                        <a:pt x="661" y="183"/>
                      </a:lnTo>
                      <a:lnTo>
                        <a:pt x="845" y="110"/>
                      </a:lnTo>
                      <a:lnTo>
                        <a:pt x="918" y="73"/>
                      </a:lnTo>
                      <a:lnTo>
                        <a:pt x="10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23170;p37">
                  <a:extLst>
                    <a:ext uri="{FF2B5EF4-FFF2-40B4-BE49-F238E27FC236}">
                      <a16:creationId xmlns:a16="http://schemas.microsoft.com/office/drawing/2014/main" id="{FA584688-233B-07B5-8BD6-6446E831D276}"/>
                    </a:ext>
                  </a:extLst>
                </p:cNvPr>
                <p:cNvSpPr/>
                <p:nvPr/>
              </p:nvSpPr>
              <p:spPr>
                <a:xfrm>
                  <a:off x="5682509" y="1833828"/>
                  <a:ext cx="12249" cy="11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332" extrusionOk="0">
                      <a:moveTo>
                        <a:pt x="147" y="1"/>
                      </a:moveTo>
                      <a:lnTo>
                        <a:pt x="37" y="74"/>
                      </a:lnTo>
                      <a:lnTo>
                        <a:pt x="0" y="111"/>
                      </a:lnTo>
                      <a:lnTo>
                        <a:pt x="0" y="184"/>
                      </a:lnTo>
                      <a:lnTo>
                        <a:pt x="37" y="258"/>
                      </a:lnTo>
                      <a:lnTo>
                        <a:pt x="110" y="294"/>
                      </a:lnTo>
                      <a:lnTo>
                        <a:pt x="184" y="331"/>
                      </a:lnTo>
                      <a:lnTo>
                        <a:pt x="257" y="331"/>
                      </a:lnTo>
                      <a:lnTo>
                        <a:pt x="331" y="294"/>
                      </a:lnTo>
                      <a:lnTo>
                        <a:pt x="367" y="221"/>
                      </a:lnTo>
                      <a:lnTo>
                        <a:pt x="367" y="111"/>
                      </a:lnTo>
                      <a:lnTo>
                        <a:pt x="331" y="38"/>
                      </a:lnTo>
                      <a:lnTo>
                        <a:pt x="2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23171;p37">
                  <a:extLst>
                    <a:ext uri="{FF2B5EF4-FFF2-40B4-BE49-F238E27FC236}">
                      <a16:creationId xmlns:a16="http://schemas.microsoft.com/office/drawing/2014/main" id="{A478DED0-8C25-9C3B-553A-86DC9BF96AE8}"/>
                    </a:ext>
                  </a:extLst>
                </p:cNvPr>
                <p:cNvSpPr/>
                <p:nvPr/>
              </p:nvSpPr>
              <p:spPr>
                <a:xfrm>
                  <a:off x="5720354" y="1892476"/>
                  <a:ext cx="12249" cy="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294" extrusionOk="0">
                      <a:moveTo>
                        <a:pt x="184" y="0"/>
                      </a:moveTo>
                      <a:lnTo>
                        <a:pt x="258" y="73"/>
                      </a:lnTo>
                      <a:lnTo>
                        <a:pt x="294" y="110"/>
                      </a:lnTo>
                      <a:lnTo>
                        <a:pt x="294" y="183"/>
                      </a:lnTo>
                      <a:lnTo>
                        <a:pt x="221" y="220"/>
                      </a:lnTo>
                      <a:lnTo>
                        <a:pt x="1" y="220"/>
                      </a:lnTo>
                      <a:lnTo>
                        <a:pt x="1" y="257"/>
                      </a:lnTo>
                      <a:lnTo>
                        <a:pt x="148" y="294"/>
                      </a:lnTo>
                      <a:lnTo>
                        <a:pt x="294" y="257"/>
                      </a:lnTo>
                      <a:lnTo>
                        <a:pt x="368" y="220"/>
                      </a:lnTo>
                      <a:lnTo>
                        <a:pt x="331" y="147"/>
                      </a:lnTo>
                      <a:lnTo>
                        <a:pt x="294" y="73"/>
                      </a:lnTo>
                      <a:lnTo>
                        <a:pt x="25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23172;p37">
                  <a:extLst>
                    <a:ext uri="{FF2B5EF4-FFF2-40B4-BE49-F238E27FC236}">
                      <a16:creationId xmlns:a16="http://schemas.microsoft.com/office/drawing/2014/main" id="{11237A28-5406-6BF8-E41D-7BAA60DEE56F}"/>
                    </a:ext>
                  </a:extLst>
                </p:cNvPr>
                <p:cNvSpPr/>
                <p:nvPr/>
              </p:nvSpPr>
              <p:spPr>
                <a:xfrm>
                  <a:off x="5791184" y="1903460"/>
                  <a:ext cx="9819" cy="1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" h="404" extrusionOk="0">
                      <a:moveTo>
                        <a:pt x="184" y="0"/>
                      </a:moveTo>
                      <a:lnTo>
                        <a:pt x="148" y="37"/>
                      </a:lnTo>
                      <a:lnTo>
                        <a:pt x="221" y="147"/>
                      </a:lnTo>
                      <a:lnTo>
                        <a:pt x="258" y="220"/>
                      </a:lnTo>
                      <a:lnTo>
                        <a:pt x="221" y="257"/>
                      </a:lnTo>
                      <a:lnTo>
                        <a:pt x="148" y="294"/>
                      </a:lnTo>
                      <a:lnTo>
                        <a:pt x="74" y="330"/>
                      </a:lnTo>
                      <a:lnTo>
                        <a:pt x="1" y="367"/>
                      </a:lnTo>
                      <a:lnTo>
                        <a:pt x="74" y="404"/>
                      </a:lnTo>
                      <a:lnTo>
                        <a:pt x="148" y="404"/>
                      </a:lnTo>
                      <a:lnTo>
                        <a:pt x="221" y="367"/>
                      </a:lnTo>
                      <a:lnTo>
                        <a:pt x="294" y="294"/>
                      </a:lnTo>
                      <a:lnTo>
                        <a:pt x="294" y="184"/>
                      </a:lnTo>
                      <a:lnTo>
                        <a:pt x="258" y="74"/>
                      </a:lnTo>
                      <a:lnTo>
                        <a:pt x="221" y="37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23173;p37">
                  <a:extLst>
                    <a:ext uri="{FF2B5EF4-FFF2-40B4-BE49-F238E27FC236}">
                      <a16:creationId xmlns:a16="http://schemas.microsoft.com/office/drawing/2014/main" id="{CB7ABBA8-585A-08FA-E9CF-FF45C570C30E}"/>
                    </a:ext>
                  </a:extLst>
                </p:cNvPr>
                <p:cNvSpPr/>
                <p:nvPr/>
              </p:nvSpPr>
              <p:spPr>
                <a:xfrm>
                  <a:off x="5752108" y="1888782"/>
                  <a:ext cx="9819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" h="368" extrusionOk="0">
                      <a:moveTo>
                        <a:pt x="111" y="1"/>
                      </a:moveTo>
                      <a:lnTo>
                        <a:pt x="148" y="74"/>
                      </a:lnTo>
                      <a:lnTo>
                        <a:pt x="221" y="184"/>
                      </a:lnTo>
                      <a:lnTo>
                        <a:pt x="258" y="221"/>
                      </a:lnTo>
                      <a:lnTo>
                        <a:pt x="221" y="258"/>
                      </a:lnTo>
                      <a:lnTo>
                        <a:pt x="148" y="294"/>
                      </a:lnTo>
                      <a:lnTo>
                        <a:pt x="37" y="294"/>
                      </a:lnTo>
                      <a:lnTo>
                        <a:pt x="1" y="331"/>
                      </a:lnTo>
                      <a:lnTo>
                        <a:pt x="37" y="368"/>
                      </a:lnTo>
                      <a:lnTo>
                        <a:pt x="148" y="368"/>
                      </a:lnTo>
                      <a:lnTo>
                        <a:pt x="221" y="331"/>
                      </a:lnTo>
                      <a:lnTo>
                        <a:pt x="294" y="258"/>
                      </a:lnTo>
                      <a:lnTo>
                        <a:pt x="294" y="148"/>
                      </a:lnTo>
                      <a:lnTo>
                        <a:pt x="221" y="74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23174;p37">
                  <a:extLst>
                    <a:ext uri="{FF2B5EF4-FFF2-40B4-BE49-F238E27FC236}">
                      <a16:creationId xmlns:a16="http://schemas.microsoft.com/office/drawing/2014/main" id="{A2591D56-9407-8A03-B5A2-CA492F74B9F3}"/>
                    </a:ext>
                  </a:extLst>
                </p:cNvPr>
                <p:cNvSpPr/>
                <p:nvPr/>
              </p:nvSpPr>
              <p:spPr>
                <a:xfrm>
                  <a:off x="5772878" y="1922998"/>
                  <a:ext cx="8588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331" extrusionOk="0">
                      <a:moveTo>
                        <a:pt x="111" y="0"/>
                      </a:moveTo>
                      <a:lnTo>
                        <a:pt x="147" y="37"/>
                      </a:lnTo>
                      <a:lnTo>
                        <a:pt x="184" y="110"/>
                      </a:lnTo>
                      <a:lnTo>
                        <a:pt x="184" y="184"/>
                      </a:lnTo>
                      <a:lnTo>
                        <a:pt x="147" y="220"/>
                      </a:lnTo>
                      <a:lnTo>
                        <a:pt x="37" y="294"/>
                      </a:lnTo>
                      <a:lnTo>
                        <a:pt x="1" y="294"/>
                      </a:lnTo>
                      <a:lnTo>
                        <a:pt x="37" y="331"/>
                      </a:lnTo>
                      <a:lnTo>
                        <a:pt x="147" y="331"/>
                      </a:lnTo>
                      <a:lnTo>
                        <a:pt x="221" y="257"/>
                      </a:lnTo>
                      <a:lnTo>
                        <a:pt x="257" y="220"/>
                      </a:lnTo>
                      <a:lnTo>
                        <a:pt x="221" y="74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23175;p37">
                  <a:extLst>
                    <a:ext uri="{FF2B5EF4-FFF2-40B4-BE49-F238E27FC236}">
                      <a16:creationId xmlns:a16="http://schemas.microsoft.com/office/drawing/2014/main" id="{9625E10E-6C00-C501-78A0-287C06FADA8F}"/>
                    </a:ext>
                  </a:extLst>
                </p:cNvPr>
                <p:cNvSpPr/>
                <p:nvPr/>
              </p:nvSpPr>
              <p:spPr>
                <a:xfrm>
                  <a:off x="5808293" y="1891245"/>
                  <a:ext cx="6158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368" extrusionOk="0">
                      <a:moveTo>
                        <a:pt x="74" y="0"/>
                      </a:moveTo>
                      <a:lnTo>
                        <a:pt x="37" y="37"/>
                      </a:lnTo>
                      <a:lnTo>
                        <a:pt x="111" y="147"/>
                      </a:lnTo>
                      <a:lnTo>
                        <a:pt x="111" y="220"/>
                      </a:lnTo>
                      <a:lnTo>
                        <a:pt x="74" y="294"/>
                      </a:lnTo>
                      <a:lnTo>
                        <a:pt x="1" y="331"/>
                      </a:lnTo>
                      <a:lnTo>
                        <a:pt x="1" y="367"/>
                      </a:lnTo>
                      <a:lnTo>
                        <a:pt x="74" y="367"/>
                      </a:lnTo>
                      <a:lnTo>
                        <a:pt x="147" y="294"/>
                      </a:lnTo>
                      <a:lnTo>
                        <a:pt x="184" y="220"/>
                      </a:lnTo>
                      <a:lnTo>
                        <a:pt x="184" y="147"/>
                      </a:lnTo>
                      <a:lnTo>
                        <a:pt x="147" y="74"/>
                      </a:lnTo>
                      <a:lnTo>
                        <a:pt x="74" y="37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23176;p37">
                  <a:extLst>
                    <a:ext uri="{FF2B5EF4-FFF2-40B4-BE49-F238E27FC236}">
                      <a16:creationId xmlns:a16="http://schemas.microsoft.com/office/drawing/2014/main" id="{4A73282A-0076-7466-77E0-C9AF69D98BC1}"/>
                    </a:ext>
                  </a:extLst>
                </p:cNvPr>
                <p:cNvSpPr/>
                <p:nvPr/>
              </p:nvSpPr>
              <p:spPr>
                <a:xfrm>
                  <a:off x="5748447" y="1857028"/>
                  <a:ext cx="8588" cy="13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405" extrusionOk="0">
                      <a:moveTo>
                        <a:pt x="111" y="1"/>
                      </a:moveTo>
                      <a:lnTo>
                        <a:pt x="184" y="111"/>
                      </a:lnTo>
                      <a:lnTo>
                        <a:pt x="221" y="148"/>
                      </a:lnTo>
                      <a:lnTo>
                        <a:pt x="221" y="221"/>
                      </a:lnTo>
                      <a:lnTo>
                        <a:pt x="184" y="258"/>
                      </a:lnTo>
                      <a:lnTo>
                        <a:pt x="147" y="295"/>
                      </a:lnTo>
                      <a:lnTo>
                        <a:pt x="37" y="331"/>
                      </a:lnTo>
                      <a:lnTo>
                        <a:pt x="1" y="368"/>
                      </a:lnTo>
                      <a:lnTo>
                        <a:pt x="74" y="405"/>
                      </a:lnTo>
                      <a:lnTo>
                        <a:pt x="147" y="368"/>
                      </a:lnTo>
                      <a:lnTo>
                        <a:pt x="221" y="331"/>
                      </a:lnTo>
                      <a:lnTo>
                        <a:pt x="258" y="258"/>
                      </a:lnTo>
                      <a:lnTo>
                        <a:pt x="258" y="184"/>
                      </a:lnTo>
                      <a:lnTo>
                        <a:pt x="221" y="74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23177;p37">
                  <a:extLst>
                    <a:ext uri="{FF2B5EF4-FFF2-40B4-BE49-F238E27FC236}">
                      <a16:creationId xmlns:a16="http://schemas.microsoft.com/office/drawing/2014/main" id="{522101E0-F3D4-80DC-DFD5-00BB96CAEF7F}"/>
                    </a:ext>
                  </a:extLst>
                </p:cNvPr>
                <p:cNvSpPr/>
                <p:nvPr/>
              </p:nvSpPr>
              <p:spPr>
                <a:xfrm>
                  <a:off x="5782663" y="1877797"/>
                  <a:ext cx="9786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331" extrusionOk="0">
                      <a:moveTo>
                        <a:pt x="147" y="1"/>
                      </a:moveTo>
                      <a:lnTo>
                        <a:pt x="147" y="37"/>
                      </a:lnTo>
                      <a:lnTo>
                        <a:pt x="220" y="147"/>
                      </a:lnTo>
                      <a:lnTo>
                        <a:pt x="220" y="184"/>
                      </a:lnTo>
                      <a:lnTo>
                        <a:pt x="220" y="221"/>
                      </a:lnTo>
                      <a:lnTo>
                        <a:pt x="110" y="294"/>
                      </a:lnTo>
                      <a:lnTo>
                        <a:pt x="0" y="294"/>
                      </a:lnTo>
                      <a:lnTo>
                        <a:pt x="73" y="331"/>
                      </a:lnTo>
                      <a:lnTo>
                        <a:pt x="147" y="331"/>
                      </a:lnTo>
                      <a:lnTo>
                        <a:pt x="220" y="294"/>
                      </a:lnTo>
                      <a:lnTo>
                        <a:pt x="257" y="258"/>
                      </a:lnTo>
                      <a:lnTo>
                        <a:pt x="294" y="184"/>
                      </a:lnTo>
                      <a:lnTo>
                        <a:pt x="257" y="74"/>
                      </a:lnTo>
                      <a:lnTo>
                        <a:pt x="18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23178;p37">
                  <a:extLst>
                    <a:ext uri="{FF2B5EF4-FFF2-40B4-BE49-F238E27FC236}">
                      <a16:creationId xmlns:a16="http://schemas.microsoft.com/office/drawing/2014/main" id="{7D87A2F2-64CC-8EBD-EABD-7849838FB65C}"/>
                    </a:ext>
                  </a:extLst>
                </p:cNvPr>
                <p:cNvSpPr/>
                <p:nvPr/>
              </p:nvSpPr>
              <p:spPr>
                <a:xfrm>
                  <a:off x="5747248" y="1912014"/>
                  <a:ext cx="7356" cy="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294" extrusionOk="0">
                      <a:moveTo>
                        <a:pt x="73" y="0"/>
                      </a:moveTo>
                      <a:lnTo>
                        <a:pt x="147" y="73"/>
                      </a:lnTo>
                      <a:lnTo>
                        <a:pt x="183" y="147"/>
                      </a:lnTo>
                      <a:lnTo>
                        <a:pt x="147" y="184"/>
                      </a:lnTo>
                      <a:lnTo>
                        <a:pt x="73" y="220"/>
                      </a:lnTo>
                      <a:lnTo>
                        <a:pt x="0" y="220"/>
                      </a:lnTo>
                      <a:lnTo>
                        <a:pt x="73" y="294"/>
                      </a:lnTo>
                      <a:lnTo>
                        <a:pt x="183" y="257"/>
                      </a:lnTo>
                      <a:lnTo>
                        <a:pt x="220" y="184"/>
                      </a:lnTo>
                      <a:lnTo>
                        <a:pt x="220" y="110"/>
                      </a:lnTo>
                      <a:lnTo>
                        <a:pt x="183" y="37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23179;p37">
                  <a:extLst>
                    <a:ext uri="{FF2B5EF4-FFF2-40B4-BE49-F238E27FC236}">
                      <a16:creationId xmlns:a16="http://schemas.microsoft.com/office/drawing/2014/main" id="{04F44354-E406-E9A6-3705-ACCC411BECA4}"/>
                    </a:ext>
                  </a:extLst>
                </p:cNvPr>
                <p:cNvSpPr/>
                <p:nvPr/>
              </p:nvSpPr>
              <p:spPr>
                <a:xfrm>
                  <a:off x="5636110" y="1814290"/>
                  <a:ext cx="113602" cy="20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3" h="625" extrusionOk="0">
                      <a:moveTo>
                        <a:pt x="1358" y="1"/>
                      </a:moveTo>
                      <a:lnTo>
                        <a:pt x="844" y="74"/>
                      </a:lnTo>
                      <a:lnTo>
                        <a:pt x="330" y="221"/>
                      </a:lnTo>
                      <a:lnTo>
                        <a:pt x="74" y="331"/>
                      </a:lnTo>
                      <a:lnTo>
                        <a:pt x="0" y="368"/>
                      </a:lnTo>
                      <a:lnTo>
                        <a:pt x="0" y="404"/>
                      </a:lnTo>
                      <a:lnTo>
                        <a:pt x="37" y="478"/>
                      </a:lnTo>
                      <a:lnTo>
                        <a:pt x="74" y="478"/>
                      </a:lnTo>
                      <a:lnTo>
                        <a:pt x="184" y="441"/>
                      </a:lnTo>
                      <a:lnTo>
                        <a:pt x="477" y="368"/>
                      </a:lnTo>
                      <a:lnTo>
                        <a:pt x="954" y="258"/>
                      </a:lnTo>
                      <a:lnTo>
                        <a:pt x="1321" y="221"/>
                      </a:lnTo>
                      <a:lnTo>
                        <a:pt x="1688" y="221"/>
                      </a:lnTo>
                      <a:lnTo>
                        <a:pt x="2202" y="294"/>
                      </a:lnTo>
                      <a:lnTo>
                        <a:pt x="2715" y="441"/>
                      </a:lnTo>
                      <a:lnTo>
                        <a:pt x="3302" y="625"/>
                      </a:lnTo>
                      <a:lnTo>
                        <a:pt x="3412" y="625"/>
                      </a:lnTo>
                      <a:lnTo>
                        <a:pt x="3412" y="551"/>
                      </a:lnTo>
                      <a:lnTo>
                        <a:pt x="3412" y="514"/>
                      </a:lnTo>
                      <a:lnTo>
                        <a:pt x="2935" y="294"/>
                      </a:lnTo>
                      <a:lnTo>
                        <a:pt x="2642" y="184"/>
                      </a:lnTo>
                      <a:lnTo>
                        <a:pt x="2348" y="74"/>
                      </a:lnTo>
                      <a:lnTo>
                        <a:pt x="2018" y="37"/>
                      </a:lnTo>
                      <a:lnTo>
                        <a:pt x="1725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9" name="Google Shape;23180;p37">
              <a:extLst>
                <a:ext uri="{FF2B5EF4-FFF2-40B4-BE49-F238E27FC236}">
                  <a16:creationId xmlns:a16="http://schemas.microsoft.com/office/drawing/2014/main" id="{FCE44A2C-A5D8-1A48-8B5F-7B97443CE9E4}"/>
                </a:ext>
              </a:extLst>
            </p:cNvPr>
            <p:cNvGrpSpPr/>
            <p:nvPr/>
          </p:nvGrpSpPr>
          <p:grpSpPr>
            <a:xfrm>
              <a:off x="5438205" y="1337942"/>
              <a:ext cx="534454" cy="402083"/>
              <a:chOff x="3688743" y="3204443"/>
              <a:chExt cx="538330" cy="405040"/>
            </a:xfrm>
          </p:grpSpPr>
          <p:sp>
            <p:nvSpPr>
              <p:cNvPr id="130" name="Google Shape;23181;p37">
                <a:extLst>
                  <a:ext uri="{FF2B5EF4-FFF2-40B4-BE49-F238E27FC236}">
                    <a16:creationId xmlns:a16="http://schemas.microsoft.com/office/drawing/2014/main" id="{278D48E3-7D3A-CFEB-2F86-FD1A6606FD45}"/>
                  </a:ext>
                </a:extLst>
              </p:cNvPr>
              <p:cNvSpPr/>
              <p:nvPr/>
            </p:nvSpPr>
            <p:spPr>
              <a:xfrm>
                <a:off x="3688743" y="3204443"/>
                <a:ext cx="538322" cy="405034"/>
              </a:xfrm>
              <a:custGeom>
                <a:avLst/>
                <a:gdLst/>
                <a:ahLst/>
                <a:cxnLst/>
                <a:rect l="l" t="t" r="r" b="b"/>
                <a:pathLst>
                  <a:path w="7706" h="5798" extrusionOk="0">
                    <a:moveTo>
                      <a:pt x="6715" y="1"/>
                    </a:moveTo>
                    <a:lnTo>
                      <a:pt x="6311" y="37"/>
                    </a:lnTo>
                    <a:lnTo>
                      <a:pt x="5247" y="184"/>
                    </a:lnTo>
                    <a:lnTo>
                      <a:pt x="5100" y="258"/>
                    </a:lnTo>
                    <a:lnTo>
                      <a:pt x="4660" y="441"/>
                    </a:lnTo>
                    <a:lnTo>
                      <a:pt x="4183" y="661"/>
                    </a:lnTo>
                    <a:lnTo>
                      <a:pt x="3633" y="881"/>
                    </a:lnTo>
                    <a:lnTo>
                      <a:pt x="3303" y="1028"/>
                    </a:lnTo>
                    <a:lnTo>
                      <a:pt x="2752" y="1285"/>
                    </a:lnTo>
                    <a:lnTo>
                      <a:pt x="2275" y="1542"/>
                    </a:lnTo>
                    <a:lnTo>
                      <a:pt x="1468" y="1982"/>
                    </a:lnTo>
                    <a:lnTo>
                      <a:pt x="1175" y="2166"/>
                    </a:lnTo>
                    <a:lnTo>
                      <a:pt x="918" y="2349"/>
                    </a:lnTo>
                    <a:lnTo>
                      <a:pt x="624" y="2569"/>
                    </a:lnTo>
                    <a:lnTo>
                      <a:pt x="404" y="2753"/>
                    </a:lnTo>
                    <a:lnTo>
                      <a:pt x="257" y="2973"/>
                    </a:lnTo>
                    <a:lnTo>
                      <a:pt x="110" y="3193"/>
                    </a:lnTo>
                    <a:lnTo>
                      <a:pt x="37" y="3340"/>
                    </a:lnTo>
                    <a:lnTo>
                      <a:pt x="0" y="3560"/>
                    </a:lnTo>
                    <a:lnTo>
                      <a:pt x="0" y="3633"/>
                    </a:lnTo>
                    <a:lnTo>
                      <a:pt x="37" y="3743"/>
                    </a:lnTo>
                    <a:lnTo>
                      <a:pt x="110" y="3817"/>
                    </a:lnTo>
                    <a:lnTo>
                      <a:pt x="184" y="3927"/>
                    </a:lnTo>
                    <a:lnTo>
                      <a:pt x="294" y="4000"/>
                    </a:lnTo>
                    <a:lnTo>
                      <a:pt x="477" y="4073"/>
                    </a:lnTo>
                    <a:lnTo>
                      <a:pt x="661" y="4110"/>
                    </a:lnTo>
                    <a:lnTo>
                      <a:pt x="808" y="4184"/>
                    </a:lnTo>
                    <a:lnTo>
                      <a:pt x="991" y="4257"/>
                    </a:lnTo>
                    <a:lnTo>
                      <a:pt x="1064" y="4367"/>
                    </a:lnTo>
                    <a:lnTo>
                      <a:pt x="1138" y="4477"/>
                    </a:lnTo>
                    <a:lnTo>
                      <a:pt x="1248" y="4807"/>
                    </a:lnTo>
                    <a:lnTo>
                      <a:pt x="1358" y="5101"/>
                    </a:lnTo>
                    <a:lnTo>
                      <a:pt x="1431" y="5431"/>
                    </a:lnTo>
                    <a:lnTo>
                      <a:pt x="1468" y="5431"/>
                    </a:lnTo>
                    <a:lnTo>
                      <a:pt x="1541" y="5651"/>
                    </a:lnTo>
                    <a:lnTo>
                      <a:pt x="1578" y="5725"/>
                    </a:lnTo>
                    <a:lnTo>
                      <a:pt x="1688" y="5798"/>
                    </a:lnTo>
                    <a:lnTo>
                      <a:pt x="1872" y="5798"/>
                    </a:lnTo>
                    <a:lnTo>
                      <a:pt x="2385" y="5761"/>
                    </a:lnTo>
                    <a:lnTo>
                      <a:pt x="2569" y="5725"/>
                    </a:lnTo>
                    <a:lnTo>
                      <a:pt x="3009" y="5688"/>
                    </a:lnTo>
                    <a:lnTo>
                      <a:pt x="3449" y="5578"/>
                    </a:lnTo>
                    <a:lnTo>
                      <a:pt x="3670" y="5468"/>
                    </a:lnTo>
                    <a:lnTo>
                      <a:pt x="3706" y="5431"/>
                    </a:lnTo>
                    <a:lnTo>
                      <a:pt x="3816" y="5284"/>
                    </a:lnTo>
                    <a:lnTo>
                      <a:pt x="3926" y="5248"/>
                    </a:lnTo>
                    <a:lnTo>
                      <a:pt x="4183" y="5101"/>
                    </a:lnTo>
                    <a:lnTo>
                      <a:pt x="4807" y="4697"/>
                    </a:lnTo>
                    <a:lnTo>
                      <a:pt x="5431" y="4294"/>
                    </a:lnTo>
                    <a:lnTo>
                      <a:pt x="5871" y="4000"/>
                    </a:lnTo>
                    <a:lnTo>
                      <a:pt x="6348" y="3707"/>
                    </a:lnTo>
                    <a:lnTo>
                      <a:pt x="7595" y="2899"/>
                    </a:lnTo>
                    <a:lnTo>
                      <a:pt x="7669" y="2863"/>
                    </a:lnTo>
                    <a:lnTo>
                      <a:pt x="7706" y="2753"/>
                    </a:lnTo>
                    <a:lnTo>
                      <a:pt x="7706" y="2716"/>
                    </a:lnTo>
                    <a:lnTo>
                      <a:pt x="7522" y="2019"/>
                    </a:lnTo>
                    <a:lnTo>
                      <a:pt x="7375" y="1542"/>
                    </a:lnTo>
                    <a:lnTo>
                      <a:pt x="7375" y="1468"/>
                    </a:lnTo>
                    <a:lnTo>
                      <a:pt x="7339" y="1285"/>
                    </a:lnTo>
                    <a:lnTo>
                      <a:pt x="7302" y="1285"/>
                    </a:lnTo>
                    <a:lnTo>
                      <a:pt x="7302" y="1248"/>
                    </a:lnTo>
                    <a:lnTo>
                      <a:pt x="7449" y="991"/>
                    </a:lnTo>
                    <a:lnTo>
                      <a:pt x="7559" y="881"/>
                    </a:lnTo>
                    <a:lnTo>
                      <a:pt x="7632" y="771"/>
                    </a:lnTo>
                    <a:lnTo>
                      <a:pt x="7669" y="625"/>
                    </a:lnTo>
                    <a:lnTo>
                      <a:pt x="7669" y="478"/>
                    </a:lnTo>
                    <a:lnTo>
                      <a:pt x="7669" y="368"/>
                    </a:lnTo>
                    <a:lnTo>
                      <a:pt x="7595" y="258"/>
                    </a:lnTo>
                    <a:lnTo>
                      <a:pt x="7485" y="184"/>
                    </a:lnTo>
                    <a:lnTo>
                      <a:pt x="7412" y="111"/>
                    </a:lnTo>
                    <a:lnTo>
                      <a:pt x="7192" y="37"/>
                    </a:lnTo>
                    <a:lnTo>
                      <a:pt x="7155" y="37"/>
                    </a:lnTo>
                    <a:lnTo>
                      <a:pt x="6935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1" name="Google Shape;23182;p37">
                <a:extLst>
                  <a:ext uri="{FF2B5EF4-FFF2-40B4-BE49-F238E27FC236}">
                    <a16:creationId xmlns:a16="http://schemas.microsoft.com/office/drawing/2014/main" id="{3F9D120C-4E43-0CAC-98EB-406C55DE0D6D}"/>
                  </a:ext>
                </a:extLst>
              </p:cNvPr>
              <p:cNvGrpSpPr/>
              <p:nvPr/>
            </p:nvGrpSpPr>
            <p:grpSpPr>
              <a:xfrm>
                <a:off x="3688743" y="3204443"/>
                <a:ext cx="538330" cy="405040"/>
                <a:chOff x="6283368" y="1800876"/>
                <a:chExt cx="256494" cy="192986"/>
              </a:xfrm>
            </p:grpSpPr>
            <p:sp>
              <p:nvSpPr>
                <p:cNvPr id="132" name="Google Shape;23183;p37">
                  <a:extLst>
                    <a:ext uri="{FF2B5EF4-FFF2-40B4-BE49-F238E27FC236}">
                      <a16:creationId xmlns:a16="http://schemas.microsoft.com/office/drawing/2014/main" id="{5915489F-092F-FC89-D846-92E33D00CB22}"/>
                    </a:ext>
                  </a:extLst>
                </p:cNvPr>
                <p:cNvSpPr/>
                <p:nvPr/>
              </p:nvSpPr>
              <p:spPr>
                <a:xfrm>
                  <a:off x="6283368" y="1800876"/>
                  <a:ext cx="256494" cy="19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6" h="5798" extrusionOk="0">
                      <a:moveTo>
                        <a:pt x="6715" y="0"/>
                      </a:moveTo>
                      <a:lnTo>
                        <a:pt x="6311" y="37"/>
                      </a:lnTo>
                      <a:lnTo>
                        <a:pt x="5247" y="184"/>
                      </a:lnTo>
                      <a:lnTo>
                        <a:pt x="5100" y="257"/>
                      </a:lnTo>
                      <a:lnTo>
                        <a:pt x="4660" y="440"/>
                      </a:lnTo>
                      <a:lnTo>
                        <a:pt x="4183" y="661"/>
                      </a:lnTo>
                      <a:lnTo>
                        <a:pt x="3633" y="881"/>
                      </a:lnTo>
                      <a:lnTo>
                        <a:pt x="3303" y="1028"/>
                      </a:lnTo>
                      <a:lnTo>
                        <a:pt x="2752" y="1284"/>
                      </a:lnTo>
                      <a:lnTo>
                        <a:pt x="2275" y="1541"/>
                      </a:lnTo>
                      <a:lnTo>
                        <a:pt x="1468" y="1982"/>
                      </a:lnTo>
                      <a:lnTo>
                        <a:pt x="1175" y="2165"/>
                      </a:lnTo>
                      <a:lnTo>
                        <a:pt x="918" y="2348"/>
                      </a:lnTo>
                      <a:lnTo>
                        <a:pt x="624" y="2569"/>
                      </a:lnTo>
                      <a:lnTo>
                        <a:pt x="404" y="2752"/>
                      </a:lnTo>
                      <a:lnTo>
                        <a:pt x="257" y="2972"/>
                      </a:lnTo>
                      <a:lnTo>
                        <a:pt x="110" y="3156"/>
                      </a:lnTo>
                      <a:lnTo>
                        <a:pt x="37" y="3339"/>
                      </a:lnTo>
                      <a:lnTo>
                        <a:pt x="0" y="3559"/>
                      </a:lnTo>
                      <a:lnTo>
                        <a:pt x="0" y="3633"/>
                      </a:lnTo>
                      <a:lnTo>
                        <a:pt x="37" y="3743"/>
                      </a:lnTo>
                      <a:lnTo>
                        <a:pt x="147" y="3889"/>
                      </a:lnTo>
                      <a:lnTo>
                        <a:pt x="294" y="4000"/>
                      </a:lnTo>
                      <a:lnTo>
                        <a:pt x="477" y="4073"/>
                      </a:lnTo>
                      <a:lnTo>
                        <a:pt x="661" y="4110"/>
                      </a:lnTo>
                      <a:lnTo>
                        <a:pt x="808" y="4183"/>
                      </a:lnTo>
                      <a:lnTo>
                        <a:pt x="991" y="4256"/>
                      </a:lnTo>
                      <a:lnTo>
                        <a:pt x="1064" y="4366"/>
                      </a:lnTo>
                      <a:lnTo>
                        <a:pt x="1138" y="4477"/>
                      </a:lnTo>
                      <a:lnTo>
                        <a:pt x="1248" y="4807"/>
                      </a:lnTo>
                      <a:lnTo>
                        <a:pt x="1358" y="5100"/>
                      </a:lnTo>
                      <a:lnTo>
                        <a:pt x="1431" y="5430"/>
                      </a:lnTo>
                      <a:lnTo>
                        <a:pt x="1468" y="5430"/>
                      </a:lnTo>
                      <a:lnTo>
                        <a:pt x="1541" y="5651"/>
                      </a:lnTo>
                      <a:lnTo>
                        <a:pt x="1615" y="5761"/>
                      </a:lnTo>
                      <a:lnTo>
                        <a:pt x="1688" y="5797"/>
                      </a:lnTo>
                      <a:lnTo>
                        <a:pt x="1872" y="5797"/>
                      </a:lnTo>
                      <a:lnTo>
                        <a:pt x="2385" y="5761"/>
                      </a:lnTo>
                      <a:lnTo>
                        <a:pt x="2569" y="5724"/>
                      </a:lnTo>
                      <a:lnTo>
                        <a:pt x="3009" y="5687"/>
                      </a:lnTo>
                      <a:lnTo>
                        <a:pt x="3449" y="5577"/>
                      </a:lnTo>
                      <a:lnTo>
                        <a:pt x="3670" y="5467"/>
                      </a:lnTo>
                      <a:lnTo>
                        <a:pt x="3706" y="5430"/>
                      </a:lnTo>
                      <a:lnTo>
                        <a:pt x="3816" y="5284"/>
                      </a:lnTo>
                      <a:lnTo>
                        <a:pt x="4000" y="5210"/>
                      </a:lnTo>
                      <a:lnTo>
                        <a:pt x="4183" y="5100"/>
                      </a:lnTo>
                      <a:lnTo>
                        <a:pt x="4807" y="4697"/>
                      </a:lnTo>
                      <a:lnTo>
                        <a:pt x="5431" y="4293"/>
                      </a:lnTo>
                      <a:lnTo>
                        <a:pt x="6348" y="3706"/>
                      </a:lnTo>
                      <a:lnTo>
                        <a:pt x="7595" y="2899"/>
                      </a:lnTo>
                      <a:lnTo>
                        <a:pt x="7669" y="2825"/>
                      </a:lnTo>
                      <a:lnTo>
                        <a:pt x="7706" y="2715"/>
                      </a:lnTo>
                      <a:lnTo>
                        <a:pt x="7522" y="2018"/>
                      </a:lnTo>
                      <a:lnTo>
                        <a:pt x="7375" y="1541"/>
                      </a:lnTo>
                      <a:lnTo>
                        <a:pt x="7375" y="1468"/>
                      </a:lnTo>
                      <a:lnTo>
                        <a:pt x="7339" y="1284"/>
                      </a:lnTo>
                      <a:lnTo>
                        <a:pt x="7302" y="1248"/>
                      </a:lnTo>
                      <a:lnTo>
                        <a:pt x="7449" y="991"/>
                      </a:lnTo>
                      <a:lnTo>
                        <a:pt x="7559" y="881"/>
                      </a:lnTo>
                      <a:lnTo>
                        <a:pt x="7632" y="771"/>
                      </a:lnTo>
                      <a:lnTo>
                        <a:pt x="7669" y="624"/>
                      </a:lnTo>
                      <a:lnTo>
                        <a:pt x="7669" y="477"/>
                      </a:lnTo>
                      <a:lnTo>
                        <a:pt x="7669" y="367"/>
                      </a:lnTo>
                      <a:lnTo>
                        <a:pt x="7595" y="257"/>
                      </a:lnTo>
                      <a:lnTo>
                        <a:pt x="7485" y="184"/>
                      </a:lnTo>
                      <a:lnTo>
                        <a:pt x="7339" y="74"/>
                      </a:lnTo>
                      <a:lnTo>
                        <a:pt x="7155" y="37"/>
                      </a:lnTo>
                      <a:lnTo>
                        <a:pt x="693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23184;p37">
                  <a:extLst>
                    <a:ext uri="{FF2B5EF4-FFF2-40B4-BE49-F238E27FC236}">
                      <a16:creationId xmlns:a16="http://schemas.microsoft.com/office/drawing/2014/main" id="{8EEA5DC4-745A-14BC-B7ED-0DCA3C29AAA1}"/>
                    </a:ext>
                  </a:extLst>
                </p:cNvPr>
                <p:cNvSpPr/>
                <p:nvPr/>
              </p:nvSpPr>
              <p:spPr>
                <a:xfrm>
                  <a:off x="6283368" y="1864384"/>
                  <a:ext cx="129479" cy="129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0" h="3890" extrusionOk="0">
                      <a:moveTo>
                        <a:pt x="2789" y="0"/>
                      </a:moveTo>
                      <a:lnTo>
                        <a:pt x="2459" y="37"/>
                      </a:lnTo>
                      <a:lnTo>
                        <a:pt x="2202" y="110"/>
                      </a:lnTo>
                      <a:lnTo>
                        <a:pt x="1615" y="294"/>
                      </a:lnTo>
                      <a:lnTo>
                        <a:pt x="1211" y="440"/>
                      </a:lnTo>
                      <a:lnTo>
                        <a:pt x="771" y="661"/>
                      </a:lnTo>
                      <a:lnTo>
                        <a:pt x="551" y="807"/>
                      </a:lnTo>
                      <a:lnTo>
                        <a:pt x="331" y="991"/>
                      </a:lnTo>
                      <a:lnTo>
                        <a:pt x="257" y="1064"/>
                      </a:lnTo>
                      <a:lnTo>
                        <a:pt x="110" y="1248"/>
                      </a:lnTo>
                      <a:lnTo>
                        <a:pt x="37" y="1431"/>
                      </a:lnTo>
                      <a:lnTo>
                        <a:pt x="0" y="1651"/>
                      </a:lnTo>
                      <a:lnTo>
                        <a:pt x="0" y="1725"/>
                      </a:lnTo>
                      <a:lnTo>
                        <a:pt x="37" y="1835"/>
                      </a:lnTo>
                      <a:lnTo>
                        <a:pt x="147" y="1981"/>
                      </a:lnTo>
                      <a:lnTo>
                        <a:pt x="294" y="2092"/>
                      </a:lnTo>
                      <a:lnTo>
                        <a:pt x="477" y="2165"/>
                      </a:lnTo>
                      <a:lnTo>
                        <a:pt x="661" y="2202"/>
                      </a:lnTo>
                      <a:lnTo>
                        <a:pt x="808" y="2275"/>
                      </a:lnTo>
                      <a:lnTo>
                        <a:pt x="991" y="2348"/>
                      </a:lnTo>
                      <a:lnTo>
                        <a:pt x="1064" y="2458"/>
                      </a:lnTo>
                      <a:lnTo>
                        <a:pt x="1138" y="2569"/>
                      </a:lnTo>
                      <a:lnTo>
                        <a:pt x="1248" y="2899"/>
                      </a:lnTo>
                      <a:lnTo>
                        <a:pt x="1358" y="3192"/>
                      </a:lnTo>
                      <a:lnTo>
                        <a:pt x="1431" y="3522"/>
                      </a:lnTo>
                      <a:lnTo>
                        <a:pt x="1468" y="3522"/>
                      </a:lnTo>
                      <a:lnTo>
                        <a:pt x="1541" y="3743"/>
                      </a:lnTo>
                      <a:lnTo>
                        <a:pt x="1615" y="3853"/>
                      </a:lnTo>
                      <a:lnTo>
                        <a:pt x="1688" y="3889"/>
                      </a:lnTo>
                      <a:lnTo>
                        <a:pt x="1872" y="3889"/>
                      </a:lnTo>
                      <a:lnTo>
                        <a:pt x="2385" y="3853"/>
                      </a:lnTo>
                      <a:lnTo>
                        <a:pt x="2569" y="3816"/>
                      </a:lnTo>
                      <a:lnTo>
                        <a:pt x="3009" y="3779"/>
                      </a:lnTo>
                      <a:lnTo>
                        <a:pt x="3449" y="3669"/>
                      </a:lnTo>
                      <a:lnTo>
                        <a:pt x="3670" y="3559"/>
                      </a:lnTo>
                      <a:lnTo>
                        <a:pt x="3706" y="3522"/>
                      </a:lnTo>
                      <a:lnTo>
                        <a:pt x="3706" y="3486"/>
                      </a:lnTo>
                      <a:lnTo>
                        <a:pt x="3670" y="3339"/>
                      </a:lnTo>
                      <a:lnTo>
                        <a:pt x="3670" y="3229"/>
                      </a:lnTo>
                      <a:lnTo>
                        <a:pt x="3523" y="2642"/>
                      </a:lnTo>
                      <a:lnTo>
                        <a:pt x="3413" y="2202"/>
                      </a:lnTo>
                      <a:lnTo>
                        <a:pt x="3376" y="1981"/>
                      </a:lnTo>
                      <a:lnTo>
                        <a:pt x="3376" y="1798"/>
                      </a:lnTo>
                      <a:lnTo>
                        <a:pt x="3449" y="1615"/>
                      </a:lnTo>
                      <a:lnTo>
                        <a:pt x="3559" y="1431"/>
                      </a:lnTo>
                      <a:lnTo>
                        <a:pt x="3633" y="1321"/>
                      </a:lnTo>
                      <a:lnTo>
                        <a:pt x="3780" y="1064"/>
                      </a:lnTo>
                      <a:lnTo>
                        <a:pt x="3853" y="954"/>
                      </a:lnTo>
                      <a:lnTo>
                        <a:pt x="3890" y="807"/>
                      </a:lnTo>
                      <a:lnTo>
                        <a:pt x="3890" y="661"/>
                      </a:lnTo>
                      <a:lnTo>
                        <a:pt x="3853" y="550"/>
                      </a:lnTo>
                      <a:lnTo>
                        <a:pt x="3853" y="440"/>
                      </a:lnTo>
                      <a:lnTo>
                        <a:pt x="3780" y="367"/>
                      </a:lnTo>
                      <a:lnTo>
                        <a:pt x="3633" y="220"/>
                      </a:lnTo>
                      <a:lnTo>
                        <a:pt x="3486" y="110"/>
                      </a:lnTo>
                      <a:lnTo>
                        <a:pt x="3303" y="37"/>
                      </a:lnTo>
                      <a:lnTo>
                        <a:pt x="31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23185;p37">
                  <a:extLst>
                    <a:ext uri="{FF2B5EF4-FFF2-40B4-BE49-F238E27FC236}">
                      <a16:creationId xmlns:a16="http://schemas.microsoft.com/office/drawing/2014/main" id="{6F9A6DB9-F638-33B0-BCA5-E82E7FA01330}"/>
                    </a:ext>
                  </a:extLst>
                </p:cNvPr>
                <p:cNvSpPr/>
                <p:nvPr/>
              </p:nvSpPr>
              <p:spPr>
                <a:xfrm>
                  <a:off x="6300476" y="1881459"/>
                  <a:ext cx="92832" cy="96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9" h="2900" extrusionOk="0">
                      <a:moveTo>
                        <a:pt x="2312" y="1"/>
                      </a:moveTo>
                      <a:lnTo>
                        <a:pt x="1871" y="111"/>
                      </a:lnTo>
                      <a:lnTo>
                        <a:pt x="1321" y="258"/>
                      </a:lnTo>
                      <a:lnTo>
                        <a:pt x="1248" y="294"/>
                      </a:lnTo>
                      <a:lnTo>
                        <a:pt x="697" y="441"/>
                      </a:lnTo>
                      <a:lnTo>
                        <a:pt x="367" y="588"/>
                      </a:lnTo>
                      <a:lnTo>
                        <a:pt x="220" y="698"/>
                      </a:lnTo>
                      <a:lnTo>
                        <a:pt x="73" y="808"/>
                      </a:lnTo>
                      <a:lnTo>
                        <a:pt x="0" y="918"/>
                      </a:lnTo>
                      <a:lnTo>
                        <a:pt x="0" y="1028"/>
                      </a:lnTo>
                      <a:lnTo>
                        <a:pt x="37" y="1138"/>
                      </a:lnTo>
                      <a:lnTo>
                        <a:pt x="110" y="1175"/>
                      </a:lnTo>
                      <a:lnTo>
                        <a:pt x="257" y="1248"/>
                      </a:lnTo>
                      <a:lnTo>
                        <a:pt x="367" y="1285"/>
                      </a:lnTo>
                      <a:lnTo>
                        <a:pt x="624" y="1358"/>
                      </a:lnTo>
                      <a:lnTo>
                        <a:pt x="771" y="1432"/>
                      </a:lnTo>
                      <a:lnTo>
                        <a:pt x="917" y="1579"/>
                      </a:lnTo>
                      <a:lnTo>
                        <a:pt x="1027" y="1799"/>
                      </a:lnTo>
                      <a:lnTo>
                        <a:pt x="1394" y="2826"/>
                      </a:lnTo>
                      <a:lnTo>
                        <a:pt x="1431" y="2863"/>
                      </a:lnTo>
                      <a:lnTo>
                        <a:pt x="1431" y="2899"/>
                      </a:lnTo>
                      <a:lnTo>
                        <a:pt x="1541" y="2899"/>
                      </a:lnTo>
                      <a:lnTo>
                        <a:pt x="2018" y="2753"/>
                      </a:lnTo>
                      <a:lnTo>
                        <a:pt x="2238" y="2679"/>
                      </a:lnTo>
                      <a:lnTo>
                        <a:pt x="2458" y="2606"/>
                      </a:lnTo>
                      <a:lnTo>
                        <a:pt x="2532" y="2606"/>
                      </a:lnTo>
                      <a:lnTo>
                        <a:pt x="2568" y="2569"/>
                      </a:lnTo>
                      <a:lnTo>
                        <a:pt x="2568" y="2532"/>
                      </a:lnTo>
                      <a:lnTo>
                        <a:pt x="2568" y="2496"/>
                      </a:lnTo>
                      <a:lnTo>
                        <a:pt x="2422" y="1945"/>
                      </a:lnTo>
                      <a:lnTo>
                        <a:pt x="2348" y="1762"/>
                      </a:lnTo>
                      <a:lnTo>
                        <a:pt x="2348" y="1579"/>
                      </a:lnTo>
                      <a:lnTo>
                        <a:pt x="2348" y="1322"/>
                      </a:lnTo>
                      <a:lnTo>
                        <a:pt x="2458" y="1102"/>
                      </a:lnTo>
                      <a:lnTo>
                        <a:pt x="2568" y="881"/>
                      </a:lnTo>
                      <a:lnTo>
                        <a:pt x="2679" y="698"/>
                      </a:lnTo>
                      <a:lnTo>
                        <a:pt x="2752" y="514"/>
                      </a:lnTo>
                      <a:lnTo>
                        <a:pt x="2789" y="331"/>
                      </a:lnTo>
                      <a:lnTo>
                        <a:pt x="2789" y="221"/>
                      </a:lnTo>
                      <a:lnTo>
                        <a:pt x="2752" y="148"/>
                      </a:lnTo>
                      <a:lnTo>
                        <a:pt x="2679" y="74"/>
                      </a:lnTo>
                      <a:lnTo>
                        <a:pt x="2605" y="37"/>
                      </a:lnTo>
                      <a:lnTo>
                        <a:pt x="245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23186;p37">
                  <a:extLst>
                    <a:ext uri="{FF2B5EF4-FFF2-40B4-BE49-F238E27FC236}">
                      <a16:creationId xmlns:a16="http://schemas.microsoft.com/office/drawing/2014/main" id="{DA8955D6-0126-AE48-1753-4693D17210E9}"/>
                    </a:ext>
                  </a:extLst>
                </p:cNvPr>
                <p:cNvSpPr/>
                <p:nvPr/>
              </p:nvSpPr>
              <p:spPr>
                <a:xfrm>
                  <a:off x="6310228" y="1800876"/>
                  <a:ext cx="228402" cy="87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" h="2642" extrusionOk="0">
                      <a:moveTo>
                        <a:pt x="5908" y="0"/>
                      </a:moveTo>
                      <a:lnTo>
                        <a:pt x="5504" y="37"/>
                      </a:lnTo>
                      <a:lnTo>
                        <a:pt x="4440" y="184"/>
                      </a:lnTo>
                      <a:lnTo>
                        <a:pt x="4293" y="257"/>
                      </a:lnTo>
                      <a:lnTo>
                        <a:pt x="3853" y="440"/>
                      </a:lnTo>
                      <a:lnTo>
                        <a:pt x="3376" y="661"/>
                      </a:lnTo>
                      <a:lnTo>
                        <a:pt x="2826" y="881"/>
                      </a:lnTo>
                      <a:lnTo>
                        <a:pt x="2496" y="1028"/>
                      </a:lnTo>
                      <a:lnTo>
                        <a:pt x="1945" y="1284"/>
                      </a:lnTo>
                      <a:lnTo>
                        <a:pt x="1468" y="1541"/>
                      </a:lnTo>
                      <a:lnTo>
                        <a:pt x="661" y="1982"/>
                      </a:lnTo>
                      <a:lnTo>
                        <a:pt x="368" y="2165"/>
                      </a:lnTo>
                      <a:lnTo>
                        <a:pt x="111" y="2348"/>
                      </a:lnTo>
                      <a:lnTo>
                        <a:pt x="1" y="2458"/>
                      </a:lnTo>
                      <a:lnTo>
                        <a:pt x="221" y="2348"/>
                      </a:lnTo>
                      <a:lnTo>
                        <a:pt x="1138" y="2018"/>
                      </a:lnTo>
                      <a:lnTo>
                        <a:pt x="1175" y="2018"/>
                      </a:lnTo>
                      <a:lnTo>
                        <a:pt x="1872" y="1871"/>
                      </a:lnTo>
                      <a:lnTo>
                        <a:pt x="2055" y="1835"/>
                      </a:lnTo>
                      <a:lnTo>
                        <a:pt x="2239" y="1835"/>
                      </a:lnTo>
                      <a:lnTo>
                        <a:pt x="2606" y="1908"/>
                      </a:lnTo>
                      <a:lnTo>
                        <a:pt x="2679" y="1945"/>
                      </a:lnTo>
                      <a:lnTo>
                        <a:pt x="3009" y="2165"/>
                      </a:lnTo>
                      <a:lnTo>
                        <a:pt x="3083" y="2238"/>
                      </a:lnTo>
                      <a:lnTo>
                        <a:pt x="3119" y="2348"/>
                      </a:lnTo>
                      <a:lnTo>
                        <a:pt x="3193" y="2569"/>
                      </a:lnTo>
                      <a:lnTo>
                        <a:pt x="3229" y="2642"/>
                      </a:lnTo>
                      <a:lnTo>
                        <a:pt x="3303" y="2605"/>
                      </a:lnTo>
                      <a:lnTo>
                        <a:pt x="3706" y="2385"/>
                      </a:lnTo>
                      <a:lnTo>
                        <a:pt x="4660" y="1908"/>
                      </a:lnTo>
                      <a:lnTo>
                        <a:pt x="5211" y="1615"/>
                      </a:lnTo>
                      <a:lnTo>
                        <a:pt x="5724" y="1394"/>
                      </a:lnTo>
                      <a:lnTo>
                        <a:pt x="6642" y="991"/>
                      </a:lnTo>
                      <a:lnTo>
                        <a:pt x="6752" y="881"/>
                      </a:lnTo>
                      <a:lnTo>
                        <a:pt x="6825" y="771"/>
                      </a:lnTo>
                      <a:lnTo>
                        <a:pt x="6862" y="624"/>
                      </a:lnTo>
                      <a:lnTo>
                        <a:pt x="6862" y="477"/>
                      </a:lnTo>
                      <a:lnTo>
                        <a:pt x="6862" y="367"/>
                      </a:lnTo>
                      <a:lnTo>
                        <a:pt x="6788" y="257"/>
                      </a:lnTo>
                      <a:lnTo>
                        <a:pt x="6678" y="184"/>
                      </a:lnTo>
                      <a:lnTo>
                        <a:pt x="6532" y="74"/>
                      </a:lnTo>
                      <a:lnTo>
                        <a:pt x="6348" y="37"/>
                      </a:lnTo>
                      <a:lnTo>
                        <a:pt x="61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23187;p37">
                  <a:extLst>
                    <a:ext uri="{FF2B5EF4-FFF2-40B4-BE49-F238E27FC236}">
                      <a16:creationId xmlns:a16="http://schemas.microsoft.com/office/drawing/2014/main" id="{EE8428E5-BCA5-F4C2-8A52-2FF36438A393}"/>
                    </a:ext>
                  </a:extLst>
                </p:cNvPr>
                <p:cNvSpPr/>
                <p:nvPr/>
              </p:nvSpPr>
              <p:spPr>
                <a:xfrm>
                  <a:off x="6310228" y="1882690"/>
                  <a:ext cx="33" cy="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71532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23188;p37">
                  <a:extLst>
                    <a:ext uri="{FF2B5EF4-FFF2-40B4-BE49-F238E27FC236}">
                      <a16:creationId xmlns:a16="http://schemas.microsoft.com/office/drawing/2014/main" id="{59939504-A8E3-891C-3881-82072577993F}"/>
                    </a:ext>
                  </a:extLst>
                </p:cNvPr>
                <p:cNvSpPr/>
                <p:nvPr/>
              </p:nvSpPr>
              <p:spPr>
                <a:xfrm>
                  <a:off x="6334659" y="1920535"/>
                  <a:ext cx="4926" cy="7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222" extrusionOk="0">
                      <a:moveTo>
                        <a:pt x="37" y="1"/>
                      </a:moveTo>
                      <a:lnTo>
                        <a:pt x="0" y="38"/>
                      </a:lnTo>
                      <a:lnTo>
                        <a:pt x="0" y="74"/>
                      </a:lnTo>
                      <a:lnTo>
                        <a:pt x="74" y="221"/>
                      </a:lnTo>
                      <a:lnTo>
                        <a:pt x="147" y="221"/>
                      </a:lnTo>
                      <a:lnTo>
                        <a:pt x="111" y="74"/>
                      </a:lnTo>
                      <a:lnTo>
                        <a:pt x="111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23189;p37">
                  <a:extLst>
                    <a:ext uri="{FF2B5EF4-FFF2-40B4-BE49-F238E27FC236}">
                      <a16:creationId xmlns:a16="http://schemas.microsoft.com/office/drawing/2014/main" id="{1B8A462C-49DE-4458-1417-99270576D5AB}"/>
                    </a:ext>
                  </a:extLst>
                </p:cNvPr>
                <p:cNvSpPr/>
                <p:nvPr/>
              </p:nvSpPr>
              <p:spPr>
                <a:xfrm>
                  <a:off x="6371306" y="1898567"/>
                  <a:ext cx="3695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84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37" y="147"/>
                      </a:lnTo>
                      <a:lnTo>
                        <a:pt x="74" y="184"/>
                      </a:lnTo>
                      <a:lnTo>
                        <a:pt x="110" y="147"/>
                      </a:lnTo>
                      <a:lnTo>
                        <a:pt x="110" y="74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23190;p37">
                  <a:extLst>
                    <a:ext uri="{FF2B5EF4-FFF2-40B4-BE49-F238E27FC236}">
                      <a16:creationId xmlns:a16="http://schemas.microsoft.com/office/drawing/2014/main" id="{44ECA22A-8AC6-7428-5762-8690C49B4BD7}"/>
                    </a:ext>
                  </a:extLst>
                </p:cNvPr>
                <p:cNvSpPr/>
                <p:nvPr/>
              </p:nvSpPr>
              <p:spPr>
                <a:xfrm>
                  <a:off x="6346875" y="1949859"/>
                  <a:ext cx="2463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184" extrusionOk="0">
                      <a:moveTo>
                        <a:pt x="0" y="1"/>
                      </a:moveTo>
                      <a:lnTo>
                        <a:pt x="0" y="37"/>
                      </a:lnTo>
                      <a:lnTo>
                        <a:pt x="0" y="111"/>
                      </a:lnTo>
                      <a:lnTo>
                        <a:pt x="37" y="184"/>
                      </a:lnTo>
                      <a:lnTo>
                        <a:pt x="74" y="184"/>
                      </a:lnTo>
                      <a:lnTo>
                        <a:pt x="74" y="3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23191;p37">
                  <a:extLst>
                    <a:ext uri="{FF2B5EF4-FFF2-40B4-BE49-F238E27FC236}">
                      <a16:creationId xmlns:a16="http://schemas.microsoft.com/office/drawing/2014/main" id="{42E03385-7AF9-2A5C-A6DA-156CAF193184}"/>
                    </a:ext>
                  </a:extLst>
                </p:cNvPr>
                <p:cNvSpPr/>
                <p:nvPr/>
              </p:nvSpPr>
              <p:spPr>
                <a:xfrm>
                  <a:off x="6367645" y="1931553"/>
                  <a:ext cx="2463" cy="7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221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0" y="147"/>
                      </a:lnTo>
                      <a:lnTo>
                        <a:pt x="73" y="220"/>
                      </a:lnTo>
                      <a:lnTo>
                        <a:pt x="73" y="110"/>
                      </a:lnTo>
                      <a:lnTo>
                        <a:pt x="73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23192;p37">
                  <a:extLst>
                    <a:ext uri="{FF2B5EF4-FFF2-40B4-BE49-F238E27FC236}">
                      <a16:creationId xmlns:a16="http://schemas.microsoft.com/office/drawing/2014/main" id="{04DD6A4B-B94B-C5F4-67D1-C6472A596925}"/>
                    </a:ext>
                  </a:extLst>
                </p:cNvPr>
                <p:cNvSpPr/>
                <p:nvPr/>
              </p:nvSpPr>
              <p:spPr>
                <a:xfrm>
                  <a:off x="6357859" y="1943768"/>
                  <a:ext cx="3695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84" extrusionOk="0">
                      <a:moveTo>
                        <a:pt x="1" y="0"/>
                      </a:moveTo>
                      <a:lnTo>
                        <a:pt x="1" y="37"/>
                      </a:lnTo>
                      <a:lnTo>
                        <a:pt x="74" y="184"/>
                      </a:lnTo>
                      <a:lnTo>
                        <a:pt x="111" y="147"/>
                      </a:lnTo>
                      <a:lnTo>
                        <a:pt x="111" y="110"/>
                      </a:lnTo>
                      <a:lnTo>
                        <a:pt x="74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23193;p37">
                  <a:extLst>
                    <a:ext uri="{FF2B5EF4-FFF2-40B4-BE49-F238E27FC236}">
                      <a16:creationId xmlns:a16="http://schemas.microsoft.com/office/drawing/2014/main" id="{7FD7D5CD-04A3-7427-6B80-C25C09B41E29}"/>
                    </a:ext>
                  </a:extLst>
                </p:cNvPr>
                <p:cNvSpPr/>
                <p:nvPr/>
              </p:nvSpPr>
              <p:spPr>
                <a:xfrm>
                  <a:off x="6323675" y="1905890"/>
                  <a:ext cx="3695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85" extrusionOk="0">
                      <a:moveTo>
                        <a:pt x="37" y="1"/>
                      </a:moveTo>
                      <a:lnTo>
                        <a:pt x="0" y="37"/>
                      </a:lnTo>
                      <a:lnTo>
                        <a:pt x="37" y="111"/>
                      </a:lnTo>
                      <a:lnTo>
                        <a:pt x="74" y="184"/>
                      </a:lnTo>
                      <a:lnTo>
                        <a:pt x="110" y="184"/>
                      </a:lnTo>
                      <a:lnTo>
                        <a:pt x="110" y="147"/>
                      </a:lnTo>
                      <a:lnTo>
                        <a:pt x="110" y="74"/>
                      </a:lnTo>
                      <a:lnTo>
                        <a:pt x="74" y="3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23194;p37">
                  <a:extLst>
                    <a:ext uri="{FF2B5EF4-FFF2-40B4-BE49-F238E27FC236}">
                      <a16:creationId xmlns:a16="http://schemas.microsoft.com/office/drawing/2014/main" id="{8B66494D-697D-8B8F-B4A5-746759E7929F}"/>
                    </a:ext>
                  </a:extLst>
                </p:cNvPr>
                <p:cNvSpPr/>
                <p:nvPr/>
              </p:nvSpPr>
              <p:spPr>
                <a:xfrm>
                  <a:off x="6343214" y="1903460"/>
                  <a:ext cx="2463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184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0" y="110"/>
                      </a:lnTo>
                      <a:lnTo>
                        <a:pt x="37" y="147"/>
                      </a:lnTo>
                      <a:lnTo>
                        <a:pt x="74" y="184"/>
                      </a:lnTo>
                      <a:lnTo>
                        <a:pt x="74" y="147"/>
                      </a:lnTo>
                      <a:lnTo>
                        <a:pt x="74" y="74"/>
                      </a:lnTo>
                      <a:lnTo>
                        <a:pt x="74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23195;p37">
                  <a:extLst>
                    <a:ext uri="{FF2B5EF4-FFF2-40B4-BE49-F238E27FC236}">
                      <a16:creationId xmlns:a16="http://schemas.microsoft.com/office/drawing/2014/main" id="{EDDE2330-4B8B-81CC-9C3E-66EC9BA326B5}"/>
                    </a:ext>
                  </a:extLst>
                </p:cNvPr>
                <p:cNvSpPr/>
                <p:nvPr/>
              </p:nvSpPr>
              <p:spPr>
                <a:xfrm>
                  <a:off x="6357859" y="1893674"/>
                  <a:ext cx="2463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185" extrusionOk="0">
                      <a:moveTo>
                        <a:pt x="37" y="1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1" y="147"/>
                      </a:lnTo>
                      <a:lnTo>
                        <a:pt x="37" y="184"/>
                      </a:lnTo>
                      <a:lnTo>
                        <a:pt x="74" y="147"/>
                      </a:lnTo>
                      <a:lnTo>
                        <a:pt x="74" y="74"/>
                      </a:lnTo>
                      <a:lnTo>
                        <a:pt x="74" y="37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23196;p37">
                  <a:extLst>
                    <a:ext uri="{FF2B5EF4-FFF2-40B4-BE49-F238E27FC236}">
                      <a16:creationId xmlns:a16="http://schemas.microsoft.com/office/drawing/2014/main" id="{CAFA68E5-A540-36B9-CFEA-41B485792D16}"/>
                    </a:ext>
                  </a:extLst>
                </p:cNvPr>
                <p:cNvSpPr/>
                <p:nvPr/>
              </p:nvSpPr>
              <p:spPr>
                <a:xfrm>
                  <a:off x="6372504" y="1954752"/>
                  <a:ext cx="2496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184" extrusionOk="0">
                      <a:moveTo>
                        <a:pt x="1" y="0"/>
                      </a:moveTo>
                      <a:lnTo>
                        <a:pt x="1" y="110"/>
                      </a:lnTo>
                      <a:lnTo>
                        <a:pt x="74" y="184"/>
                      </a:lnTo>
                      <a:lnTo>
                        <a:pt x="74" y="147"/>
                      </a:lnTo>
                      <a:lnTo>
                        <a:pt x="74" y="74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23197;p37">
                  <a:extLst>
                    <a:ext uri="{FF2B5EF4-FFF2-40B4-BE49-F238E27FC236}">
                      <a16:creationId xmlns:a16="http://schemas.microsoft.com/office/drawing/2014/main" id="{8EBF0DAE-53C8-05E9-4810-0E661529145F}"/>
                    </a:ext>
                  </a:extLst>
                </p:cNvPr>
                <p:cNvSpPr/>
                <p:nvPr/>
              </p:nvSpPr>
              <p:spPr>
                <a:xfrm>
                  <a:off x="6382290" y="1888782"/>
                  <a:ext cx="2463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148" extrusionOk="0">
                      <a:moveTo>
                        <a:pt x="0" y="1"/>
                      </a:moveTo>
                      <a:lnTo>
                        <a:pt x="0" y="38"/>
                      </a:lnTo>
                      <a:lnTo>
                        <a:pt x="0" y="111"/>
                      </a:lnTo>
                      <a:lnTo>
                        <a:pt x="37" y="148"/>
                      </a:lnTo>
                      <a:lnTo>
                        <a:pt x="74" y="111"/>
                      </a:lnTo>
                      <a:lnTo>
                        <a:pt x="74" y="74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23198;p37">
                  <a:extLst>
                    <a:ext uri="{FF2B5EF4-FFF2-40B4-BE49-F238E27FC236}">
                      <a16:creationId xmlns:a16="http://schemas.microsoft.com/office/drawing/2014/main" id="{72B38324-83DA-1119-FB38-AD107EAB79A1}"/>
                    </a:ext>
                  </a:extLst>
                </p:cNvPr>
                <p:cNvSpPr/>
                <p:nvPr/>
              </p:nvSpPr>
              <p:spPr>
                <a:xfrm>
                  <a:off x="6361520" y="1912014"/>
                  <a:ext cx="2496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111" extrusionOk="0">
                      <a:moveTo>
                        <a:pt x="1" y="0"/>
                      </a:moveTo>
                      <a:lnTo>
                        <a:pt x="1" y="73"/>
                      </a:lnTo>
                      <a:lnTo>
                        <a:pt x="74" y="110"/>
                      </a:lnTo>
                      <a:lnTo>
                        <a:pt x="74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23199;p37">
                  <a:extLst>
                    <a:ext uri="{FF2B5EF4-FFF2-40B4-BE49-F238E27FC236}">
                      <a16:creationId xmlns:a16="http://schemas.microsoft.com/office/drawing/2014/main" id="{AD696CA6-1A2A-67E6-69F9-05A64B909667}"/>
                    </a:ext>
                  </a:extLst>
                </p:cNvPr>
                <p:cNvSpPr/>
                <p:nvPr/>
              </p:nvSpPr>
              <p:spPr>
                <a:xfrm>
                  <a:off x="6351768" y="1926660"/>
                  <a:ext cx="2463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111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37" y="110"/>
                      </a:lnTo>
                      <a:lnTo>
                        <a:pt x="74" y="110"/>
                      </a:lnTo>
                      <a:lnTo>
                        <a:pt x="74" y="74"/>
                      </a:lnTo>
                      <a:lnTo>
                        <a:pt x="74" y="37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23200;p37">
                  <a:extLst>
                    <a:ext uri="{FF2B5EF4-FFF2-40B4-BE49-F238E27FC236}">
                      <a16:creationId xmlns:a16="http://schemas.microsoft.com/office/drawing/2014/main" id="{D1975CD3-7730-DB42-98D6-8F14C05FAF9C}"/>
                    </a:ext>
                  </a:extLst>
                </p:cNvPr>
                <p:cNvSpPr/>
                <p:nvPr/>
              </p:nvSpPr>
              <p:spPr>
                <a:xfrm>
                  <a:off x="6360289" y="1960843"/>
                  <a:ext cx="2496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111" extrusionOk="0">
                      <a:moveTo>
                        <a:pt x="38" y="1"/>
                      </a:moveTo>
                      <a:lnTo>
                        <a:pt x="1" y="37"/>
                      </a:lnTo>
                      <a:lnTo>
                        <a:pt x="38" y="74"/>
                      </a:lnTo>
                      <a:lnTo>
                        <a:pt x="38" y="111"/>
                      </a:lnTo>
                      <a:lnTo>
                        <a:pt x="74" y="111"/>
                      </a:lnTo>
                      <a:lnTo>
                        <a:pt x="74" y="74"/>
                      </a:lnTo>
                      <a:lnTo>
                        <a:pt x="74" y="37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23201;p37">
                  <a:extLst>
                    <a:ext uri="{FF2B5EF4-FFF2-40B4-BE49-F238E27FC236}">
                      <a16:creationId xmlns:a16="http://schemas.microsoft.com/office/drawing/2014/main" id="{4489EEB3-FAEA-956B-C63E-8A88A8DA376A}"/>
                    </a:ext>
                  </a:extLst>
                </p:cNvPr>
                <p:cNvSpPr/>
                <p:nvPr/>
              </p:nvSpPr>
              <p:spPr>
                <a:xfrm>
                  <a:off x="6311460" y="1914444"/>
                  <a:ext cx="1232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11" extrusionOk="0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0" y="111"/>
                      </a:lnTo>
                      <a:lnTo>
                        <a:pt x="37" y="111"/>
                      </a:lnTo>
                      <a:lnTo>
                        <a:pt x="37" y="74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23202;p37">
                  <a:extLst>
                    <a:ext uri="{FF2B5EF4-FFF2-40B4-BE49-F238E27FC236}">
                      <a16:creationId xmlns:a16="http://schemas.microsoft.com/office/drawing/2014/main" id="{2EECDBFC-79C7-DA8B-1476-218E6CB37F99}"/>
                    </a:ext>
                  </a:extLst>
                </p:cNvPr>
                <p:cNvSpPr/>
                <p:nvPr/>
              </p:nvSpPr>
              <p:spPr>
                <a:xfrm>
                  <a:off x="6352966" y="1808199"/>
                  <a:ext cx="163696" cy="53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8" h="1615" extrusionOk="0">
                      <a:moveTo>
                        <a:pt x="3853" y="0"/>
                      </a:moveTo>
                      <a:lnTo>
                        <a:pt x="3413" y="37"/>
                      </a:lnTo>
                      <a:lnTo>
                        <a:pt x="3083" y="110"/>
                      </a:lnTo>
                      <a:lnTo>
                        <a:pt x="2753" y="220"/>
                      </a:lnTo>
                      <a:lnTo>
                        <a:pt x="1982" y="551"/>
                      </a:lnTo>
                      <a:lnTo>
                        <a:pt x="1248" y="881"/>
                      </a:lnTo>
                      <a:lnTo>
                        <a:pt x="368" y="1358"/>
                      </a:lnTo>
                      <a:lnTo>
                        <a:pt x="74" y="1541"/>
                      </a:lnTo>
                      <a:lnTo>
                        <a:pt x="38" y="1578"/>
                      </a:lnTo>
                      <a:lnTo>
                        <a:pt x="1" y="1615"/>
                      </a:lnTo>
                      <a:lnTo>
                        <a:pt x="74" y="1615"/>
                      </a:lnTo>
                      <a:lnTo>
                        <a:pt x="771" y="1358"/>
                      </a:lnTo>
                      <a:lnTo>
                        <a:pt x="1432" y="1064"/>
                      </a:lnTo>
                      <a:lnTo>
                        <a:pt x="1835" y="881"/>
                      </a:lnTo>
                      <a:lnTo>
                        <a:pt x="2459" y="587"/>
                      </a:lnTo>
                      <a:lnTo>
                        <a:pt x="3340" y="257"/>
                      </a:lnTo>
                      <a:lnTo>
                        <a:pt x="3707" y="147"/>
                      </a:lnTo>
                      <a:lnTo>
                        <a:pt x="4220" y="74"/>
                      </a:lnTo>
                      <a:lnTo>
                        <a:pt x="4917" y="74"/>
                      </a:lnTo>
                      <a:lnTo>
                        <a:pt x="4917" y="37"/>
                      </a:lnTo>
                      <a:lnTo>
                        <a:pt x="4881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2" name="Google Shape;23203;p37">
              <a:extLst>
                <a:ext uri="{FF2B5EF4-FFF2-40B4-BE49-F238E27FC236}">
                  <a16:creationId xmlns:a16="http://schemas.microsoft.com/office/drawing/2014/main" id="{9B37B33D-85A6-C2FF-82FD-7A972C6C2617}"/>
                </a:ext>
              </a:extLst>
            </p:cNvPr>
            <p:cNvGrpSpPr/>
            <p:nvPr/>
          </p:nvGrpSpPr>
          <p:grpSpPr>
            <a:xfrm rot="-9784628">
              <a:off x="6219798" y="3704849"/>
              <a:ext cx="426550" cy="323644"/>
              <a:chOff x="6587720" y="3286457"/>
              <a:chExt cx="520376" cy="394835"/>
            </a:xfrm>
          </p:grpSpPr>
          <p:sp>
            <p:nvSpPr>
              <p:cNvPr id="153" name="Google Shape;23204;p37">
                <a:extLst>
                  <a:ext uri="{FF2B5EF4-FFF2-40B4-BE49-F238E27FC236}">
                    <a16:creationId xmlns:a16="http://schemas.microsoft.com/office/drawing/2014/main" id="{063D8A3F-1979-1566-83C2-63ECDD2C387C}"/>
                  </a:ext>
                </a:extLst>
              </p:cNvPr>
              <p:cNvSpPr/>
              <p:nvPr/>
            </p:nvSpPr>
            <p:spPr>
              <a:xfrm>
                <a:off x="6587720" y="3286457"/>
                <a:ext cx="520369" cy="394835"/>
              </a:xfrm>
              <a:custGeom>
                <a:avLst/>
                <a:gdLst/>
                <a:ahLst/>
                <a:cxnLst/>
                <a:rect l="l" t="t" r="r" b="b"/>
                <a:pathLst>
                  <a:path w="7449" h="5652" extrusionOk="0">
                    <a:moveTo>
                      <a:pt x="5871" y="1"/>
                    </a:moveTo>
                    <a:lnTo>
                      <a:pt x="5650" y="38"/>
                    </a:lnTo>
                    <a:lnTo>
                      <a:pt x="5467" y="74"/>
                    </a:lnTo>
                    <a:lnTo>
                      <a:pt x="5137" y="148"/>
                    </a:lnTo>
                    <a:lnTo>
                      <a:pt x="4843" y="258"/>
                    </a:lnTo>
                    <a:lnTo>
                      <a:pt x="4660" y="368"/>
                    </a:lnTo>
                    <a:lnTo>
                      <a:pt x="4623" y="404"/>
                    </a:lnTo>
                    <a:lnTo>
                      <a:pt x="4550" y="404"/>
                    </a:lnTo>
                    <a:lnTo>
                      <a:pt x="4330" y="551"/>
                    </a:lnTo>
                    <a:lnTo>
                      <a:pt x="3999" y="735"/>
                    </a:lnTo>
                    <a:lnTo>
                      <a:pt x="3963" y="808"/>
                    </a:lnTo>
                    <a:lnTo>
                      <a:pt x="3926" y="808"/>
                    </a:lnTo>
                    <a:lnTo>
                      <a:pt x="3889" y="845"/>
                    </a:lnTo>
                    <a:lnTo>
                      <a:pt x="3816" y="881"/>
                    </a:lnTo>
                    <a:lnTo>
                      <a:pt x="3779" y="918"/>
                    </a:lnTo>
                    <a:lnTo>
                      <a:pt x="3743" y="955"/>
                    </a:lnTo>
                    <a:lnTo>
                      <a:pt x="3706" y="992"/>
                    </a:lnTo>
                    <a:lnTo>
                      <a:pt x="3669" y="992"/>
                    </a:lnTo>
                    <a:lnTo>
                      <a:pt x="3632" y="1028"/>
                    </a:lnTo>
                    <a:lnTo>
                      <a:pt x="3522" y="1102"/>
                    </a:lnTo>
                    <a:lnTo>
                      <a:pt x="3449" y="1212"/>
                    </a:lnTo>
                    <a:lnTo>
                      <a:pt x="3376" y="1212"/>
                    </a:lnTo>
                    <a:lnTo>
                      <a:pt x="3376" y="1248"/>
                    </a:lnTo>
                    <a:lnTo>
                      <a:pt x="3339" y="1285"/>
                    </a:lnTo>
                    <a:lnTo>
                      <a:pt x="3302" y="1322"/>
                    </a:lnTo>
                    <a:lnTo>
                      <a:pt x="3045" y="1542"/>
                    </a:lnTo>
                    <a:lnTo>
                      <a:pt x="3009" y="1579"/>
                    </a:lnTo>
                    <a:lnTo>
                      <a:pt x="2972" y="1652"/>
                    </a:lnTo>
                    <a:lnTo>
                      <a:pt x="2899" y="1689"/>
                    </a:lnTo>
                    <a:lnTo>
                      <a:pt x="2825" y="1799"/>
                    </a:lnTo>
                    <a:lnTo>
                      <a:pt x="2752" y="1872"/>
                    </a:lnTo>
                    <a:lnTo>
                      <a:pt x="2715" y="1909"/>
                    </a:lnTo>
                    <a:lnTo>
                      <a:pt x="2678" y="1982"/>
                    </a:lnTo>
                    <a:lnTo>
                      <a:pt x="2642" y="1982"/>
                    </a:lnTo>
                    <a:lnTo>
                      <a:pt x="2605" y="2056"/>
                    </a:lnTo>
                    <a:lnTo>
                      <a:pt x="2532" y="2092"/>
                    </a:lnTo>
                    <a:lnTo>
                      <a:pt x="2495" y="2166"/>
                    </a:lnTo>
                    <a:lnTo>
                      <a:pt x="2422" y="2276"/>
                    </a:lnTo>
                    <a:lnTo>
                      <a:pt x="2385" y="2276"/>
                    </a:lnTo>
                    <a:lnTo>
                      <a:pt x="2385" y="2312"/>
                    </a:lnTo>
                    <a:lnTo>
                      <a:pt x="2385" y="2349"/>
                    </a:lnTo>
                    <a:lnTo>
                      <a:pt x="2348" y="2349"/>
                    </a:lnTo>
                    <a:lnTo>
                      <a:pt x="2201" y="2569"/>
                    </a:lnTo>
                    <a:lnTo>
                      <a:pt x="2201" y="2606"/>
                    </a:lnTo>
                    <a:lnTo>
                      <a:pt x="2165" y="2643"/>
                    </a:lnTo>
                    <a:lnTo>
                      <a:pt x="2128" y="2716"/>
                    </a:lnTo>
                    <a:lnTo>
                      <a:pt x="2091" y="2789"/>
                    </a:lnTo>
                    <a:lnTo>
                      <a:pt x="2055" y="2826"/>
                    </a:lnTo>
                    <a:lnTo>
                      <a:pt x="2055" y="2863"/>
                    </a:lnTo>
                    <a:lnTo>
                      <a:pt x="2018" y="2899"/>
                    </a:lnTo>
                    <a:lnTo>
                      <a:pt x="1981" y="2973"/>
                    </a:lnTo>
                    <a:lnTo>
                      <a:pt x="1908" y="3120"/>
                    </a:lnTo>
                    <a:lnTo>
                      <a:pt x="1835" y="3266"/>
                    </a:lnTo>
                    <a:lnTo>
                      <a:pt x="1835" y="3340"/>
                    </a:lnTo>
                    <a:lnTo>
                      <a:pt x="1798" y="3376"/>
                    </a:lnTo>
                    <a:lnTo>
                      <a:pt x="1798" y="3413"/>
                    </a:lnTo>
                    <a:lnTo>
                      <a:pt x="1798" y="3450"/>
                    </a:lnTo>
                    <a:lnTo>
                      <a:pt x="1761" y="3450"/>
                    </a:lnTo>
                    <a:lnTo>
                      <a:pt x="1724" y="3487"/>
                    </a:lnTo>
                    <a:lnTo>
                      <a:pt x="1688" y="3487"/>
                    </a:lnTo>
                    <a:lnTo>
                      <a:pt x="1541" y="3413"/>
                    </a:lnTo>
                    <a:lnTo>
                      <a:pt x="1284" y="3413"/>
                    </a:lnTo>
                    <a:lnTo>
                      <a:pt x="1101" y="3450"/>
                    </a:lnTo>
                    <a:lnTo>
                      <a:pt x="991" y="3487"/>
                    </a:lnTo>
                    <a:lnTo>
                      <a:pt x="917" y="3560"/>
                    </a:lnTo>
                    <a:lnTo>
                      <a:pt x="917" y="3597"/>
                    </a:lnTo>
                    <a:lnTo>
                      <a:pt x="917" y="3633"/>
                    </a:lnTo>
                    <a:lnTo>
                      <a:pt x="917" y="3670"/>
                    </a:lnTo>
                    <a:lnTo>
                      <a:pt x="954" y="3670"/>
                    </a:lnTo>
                    <a:lnTo>
                      <a:pt x="954" y="3707"/>
                    </a:lnTo>
                    <a:lnTo>
                      <a:pt x="991" y="3743"/>
                    </a:lnTo>
                    <a:lnTo>
                      <a:pt x="1027" y="3743"/>
                    </a:lnTo>
                    <a:lnTo>
                      <a:pt x="1064" y="3780"/>
                    </a:lnTo>
                    <a:lnTo>
                      <a:pt x="1101" y="3817"/>
                    </a:lnTo>
                    <a:lnTo>
                      <a:pt x="1174" y="3890"/>
                    </a:lnTo>
                    <a:lnTo>
                      <a:pt x="1248" y="3890"/>
                    </a:lnTo>
                    <a:lnTo>
                      <a:pt x="1284" y="3927"/>
                    </a:lnTo>
                    <a:lnTo>
                      <a:pt x="1284" y="3964"/>
                    </a:lnTo>
                    <a:lnTo>
                      <a:pt x="1248" y="4000"/>
                    </a:lnTo>
                    <a:lnTo>
                      <a:pt x="1211" y="4037"/>
                    </a:lnTo>
                    <a:lnTo>
                      <a:pt x="1064" y="4147"/>
                    </a:lnTo>
                    <a:lnTo>
                      <a:pt x="1064" y="4184"/>
                    </a:lnTo>
                    <a:lnTo>
                      <a:pt x="1027" y="4220"/>
                    </a:lnTo>
                    <a:lnTo>
                      <a:pt x="1027" y="4257"/>
                    </a:lnTo>
                    <a:lnTo>
                      <a:pt x="991" y="4294"/>
                    </a:lnTo>
                    <a:lnTo>
                      <a:pt x="917" y="4367"/>
                    </a:lnTo>
                    <a:lnTo>
                      <a:pt x="844" y="4367"/>
                    </a:lnTo>
                    <a:lnTo>
                      <a:pt x="771" y="4404"/>
                    </a:lnTo>
                    <a:lnTo>
                      <a:pt x="624" y="4367"/>
                    </a:lnTo>
                    <a:lnTo>
                      <a:pt x="477" y="4330"/>
                    </a:lnTo>
                    <a:lnTo>
                      <a:pt x="330" y="4294"/>
                    </a:lnTo>
                    <a:lnTo>
                      <a:pt x="257" y="4294"/>
                    </a:lnTo>
                    <a:lnTo>
                      <a:pt x="147" y="4330"/>
                    </a:lnTo>
                    <a:lnTo>
                      <a:pt x="37" y="4367"/>
                    </a:lnTo>
                    <a:lnTo>
                      <a:pt x="0" y="4441"/>
                    </a:lnTo>
                    <a:lnTo>
                      <a:pt x="0" y="4551"/>
                    </a:lnTo>
                    <a:lnTo>
                      <a:pt x="37" y="4624"/>
                    </a:lnTo>
                    <a:lnTo>
                      <a:pt x="110" y="4697"/>
                    </a:lnTo>
                    <a:lnTo>
                      <a:pt x="220" y="4807"/>
                    </a:lnTo>
                    <a:lnTo>
                      <a:pt x="367" y="4881"/>
                    </a:lnTo>
                    <a:lnTo>
                      <a:pt x="477" y="4917"/>
                    </a:lnTo>
                    <a:lnTo>
                      <a:pt x="514" y="4954"/>
                    </a:lnTo>
                    <a:lnTo>
                      <a:pt x="477" y="5064"/>
                    </a:lnTo>
                    <a:lnTo>
                      <a:pt x="404" y="5138"/>
                    </a:lnTo>
                    <a:lnTo>
                      <a:pt x="404" y="5248"/>
                    </a:lnTo>
                    <a:lnTo>
                      <a:pt x="440" y="5394"/>
                    </a:lnTo>
                    <a:lnTo>
                      <a:pt x="514" y="5505"/>
                    </a:lnTo>
                    <a:lnTo>
                      <a:pt x="660" y="5615"/>
                    </a:lnTo>
                    <a:lnTo>
                      <a:pt x="734" y="5651"/>
                    </a:lnTo>
                    <a:lnTo>
                      <a:pt x="807" y="5615"/>
                    </a:lnTo>
                    <a:lnTo>
                      <a:pt x="881" y="5578"/>
                    </a:lnTo>
                    <a:lnTo>
                      <a:pt x="917" y="5505"/>
                    </a:lnTo>
                    <a:lnTo>
                      <a:pt x="991" y="5358"/>
                    </a:lnTo>
                    <a:lnTo>
                      <a:pt x="1027" y="5211"/>
                    </a:lnTo>
                    <a:lnTo>
                      <a:pt x="1027" y="5064"/>
                    </a:lnTo>
                    <a:lnTo>
                      <a:pt x="1027" y="4917"/>
                    </a:lnTo>
                    <a:lnTo>
                      <a:pt x="1027" y="4844"/>
                    </a:lnTo>
                    <a:lnTo>
                      <a:pt x="1101" y="4807"/>
                    </a:lnTo>
                    <a:lnTo>
                      <a:pt x="1321" y="4734"/>
                    </a:lnTo>
                    <a:lnTo>
                      <a:pt x="1541" y="4661"/>
                    </a:lnTo>
                    <a:lnTo>
                      <a:pt x="1578" y="4624"/>
                    </a:lnTo>
                    <a:lnTo>
                      <a:pt x="1688" y="4587"/>
                    </a:lnTo>
                    <a:lnTo>
                      <a:pt x="1688" y="4661"/>
                    </a:lnTo>
                    <a:lnTo>
                      <a:pt x="1688" y="4734"/>
                    </a:lnTo>
                    <a:lnTo>
                      <a:pt x="1688" y="4771"/>
                    </a:lnTo>
                    <a:lnTo>
                      <a:pt x="1724" y="4807"/>
                    </a:lnTo>
                    <a:lnTo>
                      <a:pt x="1724" y="4844"/>
                    </a:lnTo>
                    <a:lnTo>
                      <a:pt x="1761" y="4881"/>
                    </a:lnTo>
                    <a:lnTo>
                      <a:pt x="1798" y="4881"/>
                    </a:lnTo>
                    <a:lnTo>
                      <a:pt x="1835" y="4954"/>
                    </a:lnTo>
                    <a:lnTo>
                      <a:pt x="1908" y="4954"/>
                    </a:lnTo>
                    <a:lnTo>
                      <a:pt x="1945" y="4991"/>
                    </a:lnTo>
                    <a:lnTo>
                      <a:pt x="2018" y="4954"/>
                    </a:lnTo>
                    <a:lnTo>
                      <a:pt x="2055" y="4954"/>
                    </a:lnTo>
                    <a:lnTo>
                      <a:pt x="2055" y="4917"/>
                    </a:lnTo>
                    <a:lnTo>
                      <a:pt x="2128" y="4917"/>
                    </a:lnTo>
                    <a:lnTo>
                      <a:pt x="2201" y="4771"/>
                    </a:lnTo>
                    <a:lnTo>
                      <a:pt x="2238" y="4661"/>
                    </a:lnTo>
                    <a:lnTo>
                      <a:pt x="2275" y="4514"/>
                    </a:lnTo>
                    <a:lnTo>
                      <a:pt x="2312" y="4404"/>
                    </a:lnTo>
                    <a:lnTo>
                      <a:pt x="2348" y="4367"/>
                    </a:lnTo>
                    <a:lnTo>
                      <a:pt x="2678" y="4367"/>
                    </a:lnTo>
                    <a:lnTo>
                      <a:pt x="2678" y="4330"/>
                    </a:lnTo>
                    <a:lnTo>
                      <a:pt x="2789" y="4330"/>
                    </a:lnTo>
                    <a:lnTo>
                      <a:pt x="2899" y="4294"/>
                    </a:lnTo>
                    <a:lnTo>
                      <a:pt x="2935" y="4294"/>
                    </a:lnTo>
                    <a:lnTo>
                      <a:pt x="2972" y="4330"/>
                    </a:lnTo>
                    <a:lnTo>
                      <a:pt x="3706" y="4220"/>
                    </a:lnTo>
                    <a:lnTo>
                      <a:pt x="4146" y="4184"/>
                    </a:lnTo>
                    <a:lnTo>
                      <a:pt x="4550" y="4074"/>
                    </a:lnTo>
                    <a:lnTo>
                      <a:pt x="4990" y="3964"/>
                    </a:lnTo>
                    <a:lnTo>
                      <a:pt x="5394" y="3817"/>
                    </a:lnTo>
                    <a:lnTo>
                      <a:pt x="5761" y="3633"/>
                    </a:lnTo>
                    <a:lnTo>
                      <a:pt x="5981" y="3487"/>
                    </a:lnTo>
                    <a:lnTo>
                      <a:pt x="6237" y="3340"/>
                    </a:lnTo>
                    <a:lnTo>
                      <a:pt x="6494" y="3156"/>
                    </a:lnTo>
                    <a:lnTo>
                      <a:pt x="6751" y="2899"/>
                    </a:lnTo>
                    <a:lnTo>
                      <a:pt x="7008" y="2643"/>
                    </a:lnTo>
                    <a:lnTo>
                      <a:pt x="7155" y="2459"/>
                    </a:lnTo>
                    <a:lnTo>
                      <a:pt x="7265" y="2239"/>
                    </a:lnTo>
                    <a:lnTo>
                      <a:pt x="7375" y="2056"/>
                    </a:lnTo>
                    <a:lnTo>
                      <a:pt x="7412" y="1835"/>
                    </a:lnTo>
                    <a:lnTo>
                      <a:pt x="7448" y="1579"/>
                    </a:lnTo>
                    <a:lnTo>
                      <a:pt x="7448" y="1358"/>
                    </a:lnTo>
                    <a:lnTo>
                      <a:pt x="7412" y="1065"/>
                    </a:lnTo>
                    <a:lnTo>
                      <a:pt x="7302" y="845"/>
                    </a:lnTo>
                    <a:lnTo>
                      <a:pt x="7265" y="771"/>
                    </a:lnTo>
                    <a:lnTo>
                      <a:pt x="7191" y="698"/>
                    </a:lnTo>
                    <a:lnTo>
                      <a:pt x="7081" y="551"/>
                    </a:lnTo>
                    <a:lnTo>
                      <a:pt x="7081" y="515"/>
                    </a:lnTo>
                    <a:lnTo>
                      <a:pt x="7045" y="478"/>
                    </a:lnTo>
                    <a:lnTo>
                      <a:pt x="7008" y="441"/>
                    </a:lnTo>
                    <a:lnTo>
                      <a:pt x="6971" y="404"/>
                    </a:lnTo>
                    <a:lnTo>
                      <a:pt x="6935" y="368"/>
                    </a:lnTo>
                    <a:lnTo>
                      <a:pt x="6788" y="258"/>
                    </a:lnTo>
                    <a:lnTo>
                      <a:pt x="6641" y="148"/>
                    </a:lnTo>
                    <a:lnTo>
                      <a:pt x="6458" y="111"/>
                    </a:lnTo>
                    <a:lnTo>
                      <a:pt x="6274" y="38"/>
                    </a:lnTo>
                    <a:lnTo>
                      <a:pt x="6054" y="38"/>
                    </a:lnTo>
                    <a:lnTo>
                      <a:pt x="5871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4" name="Google Shape;23205;p37">
                <a:extLst>
                  <a:ext uri="{FF2B5EF4-FFF2-40B4-BE49-F238E27FC236}">
                    <a16:creationId xmlns:a16="http://schemas.microsoft.com/office/drawing/2014/main" id="{2D8F5633-4E83-2A9B-6D3D-C54B66FEEADB}"/>
                  </a:ext>
                </a:extLst>
              </p:cNvPr>
              <p:cNvGrpSpPr/>
              <p:nvPr/>
            </p:nvGrpSpPr>
            <p:grpSpPr>
              <a:xfrm>
                <a:off x="6587720" y="3286493"/>
                <a:ext cx="520376" cy="394770"/>
                <a:chOff x="7664622" y="1839953"/>
                <a:chExt cx="247940" cy="188093"/>
              </a:xfrm>
            </p:grpSpPr>
            <p:sp>
              <p:nvSpPr>
                <p:cNvPr id="155" name="Google Shape;23206;p37">
                  <a:extLst>
                    <a:ext uri="{FF2B5EF4-FFF2-40B4-BE49-F238E27FC236}">
                      <a16:creationId xmlns:a16="http://schemas.microsoft.com/office/drawing/2014/main" id="{B4825B08-E8C5-5F3C-2ED8-B818E440114E}"/>
                    </a:ext>
                  </a:extLst>
                </p:cNvPr>
                <p:cNvSpPr/>
                <p:nvPr/>
              </p:nvSpPr>
              <p:spPr>
                <a:xfrm>
                  <a:off x="7695145" y="1839953"/>
                  <a:ext cx="217418" cy="164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2" h="4954" extrusionOk="0">
                      <a:moveTo>
                        <a:pt x="4844" y="0"/>
                      </a:moveTo>
                      <a:lnTo>
                        <a:pt x="4550" y="74"/>
                      </a:lnTo>
                      <a:lnTo>
                        <a:pt x="4220" y="147"/>
                      </a:lnTo>
                      <a:lnTo>
                        <a:pt x="3926" y="257"/>
                      </a:lnTo>
                      <a:lnTo>
                        <a:pt x="3743" y="367"/>
                      </a:lnTo>
                      <a:lnTo>
                        <a:pt x="3706" y="404"/>
                      </a:lnTo>
                      <a:lnTo>
                        <a:pt x="3669" y="404"/>
                      </a:lnTo>
                      <a:lnTo>
                        <a:pt x="3596" y="441"/>
                      </a:lnTo>
                      <a:lnTo>
                        <a:pt x="3523" y="477"/>
                      </a:lnTo>
                      <a:lnTo>
                        <a:pt x="3376" y="587"/>
                      </a:lnTo>
                      <a:lnTo>
                        <a:pt x="3229" y="661"/>
                      </a:lnTo>
                      <a:lnTo>
                        <a:pt x="3119" y="771"/>
                      </a:lnTo>
                      <a:lnTo>
                        <a:pt x="3046" y="808"/>
                      </a:lnTo>
                      <a:lnTo>
                        <a:pt x="3009" y="844"/>
                      </a:lnTo>
                      <a:lnTo>
                        <a:pt x="2972" y="844"/>
                      </a:lnTo>
                      <a:lnTo>
                        <a:pt x="2936" y="881"/>
                      </a:lnTo>
                      <a:lnTo>
                        <a:pt x="2899" y="881"/>
                      </a:lnTo>
                      <a:lnTo>
                        <a:pt x="2899" y="918"/>
                      </a:lnTo>
                      <a:lnTo>
                        <a:pt x="2862" y="918"/>
                      </a:lnTo>
                      <a:lnTo>
                        <a:pt x="2862" y="954"/>
                      </a:lnTo>
                      <a:lnTo>
                        <a:pt x="2826" y="954"/>
                      </a:lnTo>
                      <a:lnTo>
                        <a:pt x="2789" y="991"/>
                      </a:lnTo>
                      <a:lnTo>
                        <a:pt x="2752" y="991"/>
                      </a:lnTo>
                      <a:lnTo>
                        <a:pt x="2752" y="1028"/>
                      </a:lnTo>
                      <a:lnTo>
                        <a:pt x="2715" y="1028"/>
                      </a:lnTo>
                      <a:lnTo>
                        <a:pt x="2679" y="1101"/>
                      </a:lnTo>
                      <a:lnTo>
                        <a:pt x="2569" y="1211"/>
                      </a:lnTo>
                      <a:lnTo>
                        <a:pt x="2495" y="1211"/>
                      </a:lnTo>
                      <a:lnTo>
                        <a:pt x="2495" y="1248"/>
                      </a:lnTo>
                      <a:lnTo>
                        <a:pt x="2459" y="1248"/>
                      </a:lnTo>
                      <a:lnTo>
                        <a:pt x="2422" y="1284"/>
                      </a:lnTo>
                      <a:lnTo>
                        <a:pt x="2385" y="1358"/>
                      </a:lnTo>
                      <a:lnTo>
                        <a:pt x="2312" y="1431"/>
                      </a:lnTo>
                      <a:lnTo>
                        <a:pt x="2092" y="1615"/>
                      </a:lnTo>
                      <a:lnTo>
                        <a:pt x="2055" y="1651"/>
                      </a:lnTo>
                      <a:lnTo>
                        <a:pt x="2018" y="1725"/>
                      </a:lnTo>
                      <a:lnTo>
                        <a:pt x="1945" y="1761"/>
                      </a:lnTo>
                      <a:lnTo>
                        <a:pt x="1908" y="1835"/>
                      </a:lnTo>
                      <a:lnTo>
                        <a:pt x="1835" y="1872"/>
                      </a:lnTo>
                      <a:lnTo>
                        <a:pt x="1798" y="1945"/>
                      </a:lnTo>
                      <a:lnTo>
                        <a:pt x="1761" y="1982"/>
                      </a:lnTo>
                      <a:lnTo>
                        <a:pt x="1725" y="1982"/>
                      </a:lnTo>
                      <a:lnTo>
                        <a:pt x="1725" y="2055"/>
                      </a:lnTo>
                      <a:lnTo>
                        <a:pt x="1688" y="2055"/>
                      </a:lnTo>
                      <a:lnTo>
                        <a:pt x="1541" y="2238"/>
                      </a:lnTo>
                      <a:lnTo>
                        <a:pt x="1505" y="2275"/>
                      </a:lnTo>
                      <a:lnTo>
                        <a:pt x="1505" y="2312"/>
                      </a:lnTo>
                      <a:lnTo>
                        <a:pt x="1468" y="2312"/>
                      </a:lnTo>
                      <a:lnTo>
                        <a:pt x="1468" y="2349"/>
                      </a:lnTo>
                      <a:lnTo>
                        <a:pt x="1284" y="2605"/>
                      </a:lnTo>
                      <a:lnTo>
                        <a:pt x="1248" y="2642"/>
                      </a:lnTo>
                      <a:lnTo>
                        <a:pt x="1211" y="2715"/>
                      </a:lnTo>
                      <a:lnTo>
                        <a:pt x="1174" y="2789"/>
                      </a:lnTo>
                      <a:lnTo>
                        <a:pt x="1138" y="2826"/>
                      </a:lnTo>
                      <a:lnTo>
                        <a:pt x="1138" y="2862"/>
                      </a:lnTo>
                      <a:lnTo>
                        <a:pt x="1101" y="2899"/>
                      </a:lnTo>
                      <a:lnTo>
                        <a:pt x="1064" y="2972"/>
                      </a:lnTo>
                      <a:lnTo>
                        <a:pt x="1064" y="3009"/>
                      </a:lnTo>
                      <a:lnTo>
                        <a:pt x="954" y="3266"/>
                      </a:lnTo>
                      <a:lnTo>
                        <a:pt x="918" y="3266"/>
                      </a:lnTo>
                      <a:lnTo>
                        <a:pt x="918" y="3339"/>
                      </a:lnTo>
                      <a:lnTo>
                        <a:pt x="918" y="3376"/>
                      </a:lnTo>
                      <a:lnTo>
                        <a:pt x="881" y="3413"/>
                      </a:lnTo>
                      <a:lnTo>
                        <a:pt x="881" y="3449"/>
                      </a:lnTo>
                      <a:lnTo>
                        <a:pt x="844" y="3523"/>
                      </a:lnTo>
                      <a:lnTo>
                        <a:pt x="807" y="3523"/>
                      </a:lnTo>
                      <a:lnTo>
                        <a:pt x="771" y="3486"/>
                      </a:lnTo>
                      <a:lnTo>
                        <a:pt x="661" y="3449"/>
                      </a:lnTo>
                      <a:lnTo>
                        <a:pt x="551" y="3449"/>
                      </a:lnTo>
                      <a:lnTo>
                        <a:pt x="441" y="3413"/>
                      </a:lnTo>
                      <a:lnTo>
                        <a:pt x="404" y="3449"/>
                      </a:lnTo>
                      <a:lnTo>
                        <a:pt x="257" y="3449"/>
                      </a:lnTo>
                      <a:lnTo>
                        <a:pt x="110" y="3486"/>
                      </a:lnTo>
                      <a:lnTo>
                        <a:pt x="74" y="3523"/>
                      </a:lnTo>
                      <a:lnTo>
                        <a:pt x="37" y="3596"/>
                      </a:lnTo>
                      <a:lnTo>
                        <a:pt x="0" y="3596"/>
                      </a:lnTo>
                      <a:lnTo>
                        <a:pt x="0" y="3633"/>
                      </a:lnTo>
                      <a:lnTo>
                        <a:pt x="37" y="3633"/>
                      </a:lnTo>
                      <a:lnTo>
                        <a:pt x="37" y="3669"/>
                      </a:lnTo>
                      <a:lnTo>
                        <a:pt x="37" y="3706"/>
                      </a:lnTo>
                      <a:lnTo>
                        <a:pt x="74" y="3706"/>
                      </a:lnTo>
                      <a:lnTo>
                        <a:pt x="110" y="3743"/>
                      </a:lnTo>
                      <a:lnTo>
                        <a:pt x="147" y="3779"/>
                      </a:lnTo>
                      <a:lnTo>
                        <a:pt x="184" y="3779"/>
                      </a:lnTo>
                      <a:lnTo>
                        <a:pt x="184" y="3816"/>
                      </a:lnTo>
                      <a:lnTo>
                        <a:pt x="257" y="3853"/>
                      </a:lnTo>
                      <a:lnTo>
                        <a:pt x="331" y="3890"/>
                      </a:lnTo>
                      <a:lnTo>
                        <a:pt x="367" y="3926"/>
                      </a:lnTo>
                      <a:lnTo>
                        <a:pt x="404" y="3926"/>
                      </a:lnTo>
                      <a:lnTo>
                        <a:pt x="404" y="3963"/>
                      </a:lnTo>
                      <a:lnTo>
                        <a:pt x="367" y="4000"/>
                      </a:lnTo>
                      <a:lnTo>
                        <a:pt x="331" y="4000"/>
                      </a:lnTo>
                      <a:lnTo>
                        <a:pt x="294" y="4036"/>
                      </a:lnTo>
                      <a:lnTo>
                        <a:pt x="257" y="4073"/>
                      </a:lnTo>
                      <a:lnTo>
                        <a:pt x="184" y="4146"/>
                      </a:lnTo>
                      <a:lnTo>
                        <a:pt x="147" y="4220"/>
                      </a:lnTo>
                      <a:lnTo>
                        <a:pt x="110" y="4220"/>
                      </a:lnTo>
                      <a:lnTo>
                        <a:pt x="110" y="4256"/>
                      </a:lnTo>
                      <a:lnTo>
                        <a:pt x="147" y="4293"/>
                      </a:lnTo>
                      <a:lnTo>
                        <a:pt x="184" y="4367"/>
                      </a:lnTo>
                      <a:lnTo>
                        <a:pt x="220" y="4367"/>
                      </a:lnTo>
                      <a:lnTo>
                        <a:pt x="257" y="4403"/>
                      </a:lnTo>
                      <a:lnTo>
                        <a:pt x="294" y="4440"/>
                      </a:lnTo>
                      <a:lnTo>
                        <a:pt x="551" y="4440"/>
                      </a:lnTo>
                      <a:lnTo>
                        <a:pt x="807" y="4367"/>
                      </a:lnTo>
                      <a:lnTo>
                        <a:pt x="807" y="4403"/>
                      </a:lnTo>
                      <a:lnTo>
                        <a:pt x="771" y="4477"/>
                      </a:lnTo>
                      <a:lnTo>
                        <a:pt x="771" y="4513"/>
                      </a:lnTo>
                      <a:lnTo>
                        <a:pt x="771" y="4550"/>
                      </a:lnTo>
                      <a:lnTo>
                        <a:pt x="771" y="4623"/>
                      </a:lnTo>
                      <a:lnTo>
                        <a:pt x="771" y="4733"/>
                      </a:lnTo>
                      <a:lnTo>
                        <a:pt x="807" y="4770"/>
                      </a:lnTo>
                      <a:lnTo>
                        <a:pt x="807" y="4807"/>
                      </a:lnTo>
                      <a:lnTo>
                        <a:pt x="807" y="4844"/>
                      </a:lnTo>
                      <a:lnTo>
                        <a:pt x="844" y="4880"/>
                      </a:lnTo>
                      <a:lnTo>
                        <a:pt x="881" y="4880"/>
                      </a:lnTo>
                      <a:lnTo>
                        <a:pt x="918" y="4917"/>
                      </a:lnTo>
                      <a:lnTo>
                        <a:pt x="954" y="4954"/>
                      </a:lnTo>
                      <a:lnTo>
                        <a:pt x="1138" y="4954"/>
                      </a:lnTo>
                      <a:lnTo>
                        <a:pt x="1138" y="4917"/>
                      </a:lnTo>
                      <a:lnTo>
                        <a:pt x="1174" y="4880"/>
                      </a:lnTo>
                      <a:lnTo>
                        <a:pt x="1211" y="4844"/>
                      </a:lnTo>
                      <a:lnTo>
                        <a:pt x="1284" y="4733"/>
                      </a:lnTo>
                      <a:lnTo>
                        <a:pt x="1321" y="4660"/>
                      </a:lnTo>
                      <a:lnTo>
                        <a:pt x="1358" y="4477"/>
                      </a:lnTo>
                      <a:lnTo>
                        <a:pt x="1358" y="4440"/>
                      </a:lnTo>
                      <a:lnTo>
                        <a:pt x="1395" y="4403"/>
                      </a:lnTo>
                      <a:lnTo>
                        <a:pt x="1431" y="4367"/>
                      </a:lnTo>
                      <a:lnTo>
                        <a:pt x="1505" y="4330"/>
                      </a:lnTo>
                      <a:lnTo>
                        <a:pt x="1798" y="4330"/>
                      </a:lnTo>
                      <a:lnTo>
                        <a:pt x="1908" y="4293"/>
                      </a:lnTo>
                      <a:lnTo>
                        <a:pt x="2018" y="4293"/>
                      </a:lnTo>
                      <a:lnTo>
                        <a:pt x="2055" y="4330"/>
                      </a:lnTo>
                      <a:lnTo>
                        <a:pt x="2789" y="4220"/>
                      </a:lnTo>
                      <a:lnTo>
                        <a:pt x="3229" y="4183"/>
                      </a:lnTo>
                      <a:lnTo>
                        <a:pt x="3633" y="4073"/>
                      </a:lnTo>
                      <a:lnTo>
                        <a:pt x="4073" y="3963"/>
                      </a:lnTo>
                      <a:lnTo>
                        <a:pt x="4477" y="3816"/>
                      </a:lnTo>
                      <a:lnTo>
                        <a:pt x="4844" y="3633"/>
                      </a:lnTo>
                      <a:lnTo>
                        <a:pt x="5064" y="3486"/>
                      </a:lnTo>
                      <a:lnTo>
                        <a:pt x="5320" y="3339"/>
                      </a:lnTo>
                      <a:lnTo>
                        <a:pt x="5577" y="3156"/>
                      </a:lnTo>
                      <a:lnTo>
                        <a:pt x="5834" y="2899"/>
                      </a:lnTo>
                      <a:lnTo>
                        <a:pt x="6091" y="2642"/>
                      </a:lnTo>
                      <a:lnTo>
                        <a:pt x="6238" y="2459"/>
                      </a:lnTo>
                      <a:lnTo>
                        <a:pt x="6348" y="2238"/>
                      </a:lnTo>
                      <a:lnTo>
                        <a:pt x="6458" y="2055"/>
                      </a:lnTo>
                      <a:lnTo>
                        <a:pt x="6495" y="1835"/>
                      </a:lnTo>
                      <a:lnTo>
                        <a:pt x="6531" y="1578"/>
                      </a:lnTo>
                      <a:lnTo>
                        <a:pt x="6531" y="1358"/>
                      </a:lnTo>
                      <a:lnTo>
                        <a:pt x="6495" y="1064"/>
                      </a:lnTo>
                      <a:lnTo>
                        <a:pt x="6385" y="844"/>
                      </a:lnTo>
                      <a:lnTo>
                        <a:pt x="6348" y="771"/>
                      </a:lnTo>
                      <a:lnTo>
                        <a:pt x="6274" y="697"/>
                      </a:lnTo>
                      <a:lnTo>
                        <a:pt x="6164" y="551"/>
                      </a:lnTo>
                      <a:lnTo>
                        <a:pt x="6164" y="514"/>
                      </a:lnTo>
                      <a:lnTo>
                        <a:pt x="6128" y="477"/>
                      </a:lnTo>
                      <a:lnTo>
                        <a:pt x="6091" y="441"/>
                      </a:lnTo>
                      <a:lnTo>
                        <a:pt x="6054" y="404"/>
                      </a:lnTo>
                      <a:lnTo>
                        <a:pt x="6018" y="367"/>
                      </a:lnTo>
                      <a:lnTo>
                        <a:pt x="5871" y="257"/>
                      </a:lnTo>
                      <a:lnTo>
                        <a:pt x="5724" y="147"/>
                      </a:lnTo>
                      <a:lnTo>
                        <a:pt x="5541" y="110"/>
                      </a:lnTo>
                      <a:lnTo>
                        <a:pt x="5357" y="37"/>
                      </a:lnTo>
                      <a:lnTo>
                        <a:pt x="5137" y="37"/>
                      </a:lnTo>
                      <a:lnTo>
                        <a:pt x="484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23207;p37">
                  <a:extLst>
                    <a:ext uri="{FF2B5EF4-FFF2-40B4-BE49-F238E27FC236}">
                      <a16:creationId xmlns:a16="http://schemas.microsoft.com/office/drawing/2014/main" id="{1B455074-78E7-E8EE-7C2B-06DF8792B756}"/>
                    </a:ext>
                  </a:extLst>
                </p:cNvPr>
                <p:cNvSpPr/>
                <p:nvPr/>
              </p:nvSpPr>
              <p:spPr>
                <a:xfrm>
                  <a:off x="7664622" y="1981613"/>
                  <a:ext cx="56185" cy="46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" h="1395" extrusionOk="0">
                      <a:moveTo>
                        <a:pt x="1027" y="0"/>
                      </a:moveTo>
                      <a:lnTo>
                        <a:pt x="991" y="37"/>
                      </a:lnTo>
                      <a:lnTo>
                        <a:pt x="917" y="111"/>
                      </a:lnTo>
                      <a:lnTo>
                        <a:pt x="844" y="111"/>
                      </a:lnTo>
                      <a:lnTo>
                        <a:pt x="771" y="147"/>
                      </a:lnTo>
                      <a:lnTo>
                        <a:pt x="624" y="111"/>
                      </a:lnTo>
                      <a:lnTo>
                        <a:pt x="477" y="74"/>
                      </a:lnTo>
                      <a:lnTo>
                        <a:pt x="330" y="37"/>
                      </a:lnTo>
                      <a:lnTo>
                        <a:pt x="183" y="37"/>
                      </a:lnTo>
                      <a:lnTo>
                        <a:pt x="110" y="74"/>
                      </a:lnTo>
                      <a:lnTo>
                        <a:pt x="37" y="111"/>
                      </a:lnTo>
                      <a:lnTo>
                        <a:pt x="0" y="184"/>
                      </a:lnTo>
                      <a:lnTo>
                        <a:pt x="0" y="294"/>
                      </a:lnTo>
                      <a:lnTo>
                        <a:pt x="37" y="367"/>
                      </a:lnTo>
                      <a:lnTo>
                        <a:pt x="110" y="441"/>
                      </a:lnTo>
                      <a:lnTo>
                        <a:pt x="220" y="551"/>
                      </a:lnTo>
                      <a:lnTo>
                        <a:pt x="367" y="624"/>
                      </a:lnTo>
                      <a:lnTo>
                        <a:pt x="477" y="661"/>
                      </a:lnTo>
                      <a:lnTo>
                        <a:pt x="514" y="698"/>
                      </a:lnTo>
                      <a:lnTo>
                        <a:pt x="477" y="808"/>
                      </a:lnTo>
                      <a:lnTo>
                        <a:pt x="404" y="881"/>
                      </a:lnTo>
                      <a:lnTo>
                        <a:pt x="404" y="991"/>
                      </a:lnTo>
                      <a:lnTo>
                        <a:pt x="440" y="1138"/>
                      </a:lnTo>
                      <a:lnTo>
                        <a:pt x="514" y="1248"/>
                      </a:lnTo>
                      <a:lnTo>
                        <a:pt x="660" y="1358"/>
                      </a:lnTo>
                      <a:lnTo>
                        <a:pt x="734" y="1395"/>
                      </a:lnTo>
                      <a:lnTo>
                        <a:pt x="807" y="1358"/>
                      </a:lnTo>
                      <a:lnTo>
                        <a:pt x="881" y="1321"/>
                      </a:lnTo>
                      <a:lnTo>
                        <a:pt x="917" y="1248"/>
                      </a:lnTo>
                      <a:lnTo>
                        <a:pt x="991" y="1101"/>
                      </a:lnTo>
                      <a:lnTo>
                        <a:pt x="1027" y="954"/>
                      </a:lnTo>
                      <a:lnTo>
                        <a:pt x="1027" y="808"/>
                      </a:lnTo>
                      <a:lnTo>
                        <a:pt x="1027" y="661"/>
                      </a:lnTo>
                      <a:lnTo>
                        <a:pt x="1027" y="588"/>
                      </a:lnTo>
                      <a:lnTo>
                        <a:pt x="1101" y="551"/>
                      </a:lnTo>
                      <a:lnTo>
                        <a:pt x="1321" y="477"/>
                      </a:lnTo>
                      <a:lnTo>
                        <a:pt x="1541" y="404"/>
                      </a:lnTo>
                      <a:lnTo>
                        <a:pt x="1578" y="367"/>
                      </a:lnTo>
                      <a:lnTo>
                        <a:pt x="1688" y="331"/>
                      </a:lnTo>
                      <a:lnTo>
                        <a:pt x="1688" y="257"/>
                      </a:lnTo>
                      <a:lnTo>
                        <a:pt x="1688" y="221"/>
                      </a:lnTo>
                      <a:lnTo>
                        <a:pt x="1651" y="147"/>
                      </a:lnTo>
                      <a:lnTo>
                        <a:pt x="1614" y="147"/>
                      </a:lnTo>
                      <a:lnTo>
                        <a:pt x="1504" y="184"/>
                      </a:lnTo>
                      <a:lnTo>
                        <a:pt x="1358" y="184"/>
                      </a:lnTo>
                      <a:lnTo>
                        <a:pt x="1321" y="221"/>
                      </a:lnTo>
                      <a:lnTo>
                        <a:pt x="1248" y="184"/>
                      </a:lnTo>
                      <a:lnTo>
                        <a:pt x="1211" y="184"/>
                      </a:lnTo>
                      <a:lnTo>
                        <a:pt x="1174" y="147"/>
                      </a:lnTo>
                      <a:lnTo>
                        <a:pt x="1137" y="111"/>
                      </a:lnTo>
                      <a:lnTo>
                        <a:pt x="1101" y="111"/>
                      </a:lnTo>
                      <a:lnTo>
                        <a:pt x="1064" y="37"/>
                      </a:lnTo>
                      <a:lnTo>
                        <a:pt x="102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23208;p37">
                  <a:extLst>
                    <a:ext uri="{FF2B5EF4-FFF2-40B4-BE49-F238E27FC236}">
                      <a16:creationId xmlns:a16="http://schemas.microsoft.com/office/drawing/2014/main" id="{93B649F4-2CA7-0722-FDEE-3E8953B4CED6}"/>
                    </a:ext>
                  </a:extLst>
                </p:cNvPr>
                <p:cNvSpPr/>
                <p:nvPr/>
              </p:nvSpPr>
              <p:spPr>
                <a:xfrm>
                  <a:off x="7740312" y="1855829"/>
                  <a:ext cx="172250" cy="130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5" h="3927" extrusionOk="0">
                      <a:moveTo>
                        <a:pt x="4734" y="0"/>
                      </a:moveTo>
                      <a:lnTo>
                        <a:pt x="4734" y="110"/>
                      </a:lnTo>
                      <a:lnTo>
                        <a:pt x="4734" y="184"/>
                      </a:lnTo>
                      <a:lnTo>
                        <a:pt x="4807" y="624"/>
                      </a:lnTo>
                      <a:lnTo>
                        <a:pt x="4807" y="771"/>
                      </a:lnTo>
                      <a:lnTo>
                        <a:pt x="4807" y="954"/>
                      </a:lnTo>
                      <a:lnTo>
                        <a:pt x="4771" y="1211"/>
                      </a:lnTo>
                      <a:lnTo>
                        <a:pt x="4697" y="1431"/>
                      </a:lnTo>
                      <a:lnTo>
                        <a:pt x="4587" y="1651"/>
                      </a:lnTo>
                      <a:lnTo>
                        <a:pt x="4440" y="1872"/>
                      </a:lnTo>
                      <a:lnTo>
                        <a:pt x="4257" y="2092"/>
                      </a:lnTo>
                      <a:lnTo>
                        <a:pt x="4074" y="2275"/>
                      </a:lnTo>
                      <a:lnTo>
                        <a:pt x="3780" y="2569"/>
                      </a:lnTo>
                      <a:lnTo>
                        <a:pt x="3560" y="2715"/>
                      </a:lnTo>
                      <a:lnTo>
                        <a:pt x="3340" y="2862"/>
                      </a:lnTo>
                      <a:lnTo>
                        <a:pt x="3120" y="3009"/>
                      </a:lnTo>
                      <a:lnTo>
                        <a:pt x="3083" y="3009"/>
                      </a:lnTo>
                      <a:lnTo>
                        <a:pt x="3046" y="3046"/>
                      </a:lnTo>
                      <a:lnTo>
                        <a:pt x="3010" y="3082"/>
                      </a:lnTo>
                      <a:lnTo>
                        <a:pt x="2753" y="3192"/>
                      </a:lnTo>
                      <a:lnTo>
                        <a:pt x="2716" y="3229"/>
                      </a:lnTo>
                      <a:lnTo>
                        <a:pt x="2679" y="3266"/>
                      </a:lnTo>
                      <a:lnTo>
                        <a:pt x="2606" y="3266"/>
                      </a:lnTo>
                      <a:lnTo>
                        <a:pt x="2569" y="3302"/>
                      </a:lnTo>
                      <a:lnTo>
                        <a:pt x="2496" y="3302"/>
                      </a:lnTo>
                      <a:lnTo>
                        <a:pt x="2459" y="3339"/>
                      </a:lnTo>
                      <a:lnTo>
                        <a:pt x="2386" y="3339"/>
                      </a:lnTo>
                      <a:lnTo>
                        <a:pt x="2349" y="3376"/>
                      </a:lnTo>
                      <a:lnTo>
                        <a:pt x="2276" y="3376"/>
                      </a:lnTo>
                      <a:lnTo>
                        <a:pt x="2202" y="3449"/>
                      </a:lnTo>
                      <a:lnTo>
                        <a:pt x="2092" y="3449"/>
                      </a:lnTo>
                      <a:lnTo>
                        <a:pt x="1982" y="3486"/>
                      </a:lnTo>
                      <a:lnTo>
                        <a:pt x="1725" y="3559"/>
                      </a:lnTo>
                      <a:lnTo>
                        <a:pt x="1395" y="3633"/>
                      </a:lnTo>
                      <a:lnTo>
                        <a:pt x="1102" y="3669"/>
                      </a:lnTo>
                      <a:lnTo>
                        <a:pt x="698" y="3743"/>
                      </a:lnTo>
                      <a:lnTo>
                        <a:pt x="661" y="3743"/>
                      </a:lnTo>
                      <a:lnTo>
                        <a:pt x="331" y="3779"/>
                      </a:lnTo>
                      <a:lnTo>
                        <a:pt x="184" y="3779"/>
                      </a:lnTo>
                      <a:lnTo>
                        <a:pt x="74" y="3816"/>
                      </a:lnTo>
                      <a:lnTo>
                        <a:pt x="1" y="3853"/>
                      </a:lnTo>
                      <a:lnTo>
                        <a:pt x="38" y="3926"/>
                      </a:lnTo>
                      <a:lnTo>
                        <a:pt x="74" y="3890"/>
                      </a:lnTo>
                      <a:lnTo>
                        <a:pt x="148" y="3853"/>
                      </a:lnTo>
                      <a:lnTo>
                        <a:pt x="441" y="3853"/>
                      </a:lnTo>
                      <a:lnTo>
                        <a:pt x="551" y="3816"/>
                      </a:lnTo>
                      <a:lnTo>
                        <a:pt x="698" y="3816"/>
                      </a:lnTo>
                      <a:lnTo>
                        <a:pt x="1028" y="3779"/>
                      </a:lnTo>
                      <a:lnTo>
                        <a:pt x="1395" y="3743"/>
                      </a:lnTo>
                      <a:lnTo>
                        <a:pt x="1542" y="3706"/>
                      </a:lnTo>
                      <a:lnTo>
                        <a:pt x="2092" y="3633"/>
                      </a:lnTo>
                      <a:lnTo>
                        <a:pt x="2349" y="3559"/>
                      </a:lnTo>
                      <a:lnTo>
                        <a:pt x="2679" y="3486"/>
                      </a:lnTo>
                      <a:lnTo>
                        <a:pt x="2973" y="3376"/>
                      </a:lnTo>
                      <a:lnTo>
                        <a:pt x="3303" y="3229"/>
                      </a:lnTo>
                      <a:lnTo>
                        <a:pt x="3413" y="3156"/>
                      </a:lnTo>
                      <a:lnTo>
                        <a:pt x="3780" y="2936"/>
                      </a:lnTo>
                      <a:lnTo>
                        <a:pt x="4000" y="2789"/>
                      </a:lnTo>
                      <a:lnTo>
                        <a:pt x="4220" y="2605"/>
                      </a:lnTo>
                      <a:lnTo>
                        <a:pt x="4330" y="2495"/>
                      </a:lnTo>
                      <a:lnTo>
                        <a:pt x="4440" y="2385"/>
                      </a:lnTo>
                      <a:lnTo>
                        <a:pt x="4587" y="2238"/>
                      </a:lnTo>
                      <a:lnTo>
                        <a:pt x="4771" y="2055"/>
                      </a:lnTo>
                      <a:lnTo>
                        <a:pt x="4881" y="1908"/>
                      </a:lnTo>
                      <a:lnTo>
                        <a:pt x="4991" y="1725"/>
                      </a:lnTo>
                      <a:lnTo>
                        <a:pt x="5064" y="1505"/>
                      </a:lnTo>
                      <a:lnTo>
                        <a:pt x="5138" y="1358"/>
                      </a:lnTo>
                      <a:lnTo>
                        <a:pt x="5138" y="1174"/>
                      </a:lnTo>
                      <a:lnTo>
                        <a:pt x="5174" y="1101"/>
                      </a:lnTo>
                      <a:lnTo>
                        <a:pt x="5174" y="881"/>
                      </a:lnTo>
                      <a:lnTo>
                        <a:pt x="5138" y="661"/>
                      </a:lnTo>
                      <a:lnTo>
                        <a:pt x="5064" y="477"/>
                      </a:lnTo>
                      <a:lnTo>
                        <a:pt x="4954" y="294"/>
                      </a:lnTo>
                      <a:lnTo>
                        <a:pt x="4917" y="220"/>
                      </a:lnTo>
                      <a:lnTo>
                        <a:pt x="4807" y="74"/>
                      </a:lnTo>
                      <a:lnTo>
                        <a:pt x="4771" y="37"/>
                      </a:lnTo>
                      <a:lnTo>
                        <a:pt x="4771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23209;p37">
                  <a:extLst>
                    <a:ext uri="{FF2B5EF4-FFF2-40B4-BE49-F238E27FC236}">
                      <a16:creationId xmlns:a16="http://schemas.microsoft.com/office/drawing/2014/main" id="{CB4B9CFE-A25D-DB2C-1B66-CB1433C42AA1}"/>
                    </a:ext>
                  </a:extLst>
                </p:cNvPr>
                <p:cNvSpPr/>
                <p:nvPr/>
              </p:nvSpPr>
              <p:spPr>
                <a:xfrm>
                  <a:off x="7734221" y="1846044"/>
                  <a:ext cx="157571" cy="10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34" h="3010" extrusionOk="0">
                      <a:moveTo>
                        <a:pt x="3853" y="1"/>
                      </a:moveTo>
                      <a:lnTo>
                        <a:pt x="3559" y="37"/>
                      </a:lnTo>
                      <a:lnTo>
                        <a:pt x="3303" y="111"/>
                      </a:lnTo>
                      <a:lnTo>
                        <a:pt x="3046" y="184"/>
                      </a:lnTo>
                      <a:lnTo>
                        <a:pt x="2826" y="331"/>
                      </a:lnTo>
                      <a:lnTo>
                        <a:pt x="2385" y="551"/>
                      </a:lnTo>
                      <a:lnTo>
                        <a:pt x="2018" y="808"/>
                      </a:lnTo>
                      <a:lnTo>
                        <a:pt x="1835" y="955"/>
                      </a:lnTo>
                      <a:lnTo>
                        <a:pt x="1688" y="1065"/>
                      </a:lnTo>
                      <a:lnTo>
                        <a:pt x="1395" y="1322"/>
                      </a:lnTo>
                      <a:lnTo>
                        <a:pt x="1064" y="1652"/>
                      </a:lnTo>
                      <a:lnTo>
                        <a:pt x="698" y="2055"/>
                      </a:lnTo>
                      <a:lnTo>
                        <a:pt x="404" y="2386"/>
                      </a:lnTo>
                      <a:lnTo>
                        <a:pt x="0" y="2936"/>
                      </a:lnTo>
                      <a:lnTo>
                        <a:pt x="0" y="2973"/>
                      </a:lnTo>
                      <a:lnTo>
                        <a:pt x="0" y="3009"/>
                      </a:lnTo>
                      <a:lnTo>
                        <a:pt x="147" y="2826"/>
                      </a:lnTo>
                      <a:lnTo>
                        <a:pt x="294" y="2643"/>
                      </a:lnTo>
                      <a:lnTo>
                        <a:pt x="477" y="2459"/>
                      </a:lnTo>
                      <a:lnTo>
                        <a:pt x="881" y="2019"/>
                      </a:lnTo>
                      <a:lnTo>
                        <a:pt x="1101" y="1799"/>
                      </a:lnTo>
                      <a:lnTo>
                        <a:pt x="1175" y="1725"/>
                      </a:lnTo>
                      <a:lnTo>
                        <a:pt x="1285" y="1615"/>
                      </a:lnTo>
                      <a:lnTo>
                        <a:pt x="1395" y="1505"/>
                      </a:lnTo>
                      <a:lnTo>
                        <a:pt x="1578" y="1358"/>
                      </a:lnTo>
                      <a:lnTo>
                        <a:pt x="1982" y="1065"/>
                      </a:lnTo>
                      <a:lnTo>
                        <a:pt x="2349" y="808"/>
                      </a:lnTo>
                      <a:lnTo>
                        <a:pt x="2752" y="588"/>
                      </a:lnTo>
                      <a:lnTo>
                        <a:pt x="3119" y="441"/>
                      </a:lnTo>
                      <a:lnTo>
                        <a:pt x="3266" y="404"/>
                      </a:lnTo>
                      <a:lnTo>
                        <a:pt x="3670" y="294"/>
                      </a:lnTo>
                      <a:lnTo>
                        <a:pt x="3780" y="258"/>
                      </a:lnTo>
                      <a:lnTo>
                        <a:pt x="4367" y="258"/>
                      </a:lnTo>
                      <a:lnTo>
                        <a:pt x="4440" y="294"/>
                      </a:lnTo>
                      <a:lnTo>
                        <a:pt x="4587" y="331"/>
                      </a:lnTo>
                      <a:lnTo>
                        <a:pt x="4697" y="368"/>
                      </a:lnTo>
                      <a:lnTo>
                        <a:pt x="4734" y="404"/>
                      </a:lnTo>
                      <a:lnTo>
                        <a:pt x="4697" y="294"/>
                      </a:lnTo>
                      <a:lnTo>
                        <a:pt x="4587" y="221"/>
                      </a:lnTo>
                      <a:lnTo>
                        <a:pt x="4403" y="148"/>
                      </a:lnTo>
                      <a:lnTo>
                        <a:pt x="4146" y="74"/>
                      </a:lnTo>
                      <a:lnTo>
                        <a:pt x="4000" y="37"/>
                      </a:lnTo>
                      <a:lnTo>
                        <a:pt x="3853" y="1"/>
                      </a:lnTo>
                      <a:close/>
                    </a:path>
                  </a:pathLst>
                </a:custGeom>
                <a:solidFill>
                  <a:srgbClr val="FFFFFF">
                    <a:alpha val="3727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9" name="Google Shape;23210;p37">
              <a:extLst>
                <a:ext uri="{FF2B5EF4-FFF2-40B4-BE49-F238E27FC236}">
                  <a16:creationId xmlns:a16="http://schemas.microsoft.com/office/drawing/2014/main" id="{410CF513-A687-FE9C-1FDC-B977300F3553}"/>
                </a:ext>
              </a:extLst>
            </p:cNvPr>
            <p:cNvGrpSpPr/>
            <p:nvPr/>
          </p:nvGrpSpPr>
          <p:grpSpPr>
            <a:xfrm rot="-3600012">
              <a:off x="5834901" y="3699459"/>
              <a:ext cx="124017" cy="138732"/>
              <a:chOff x="6144260" y="3340248"/>
              <a:chExt cx="151314" cy="169267"/>
            </a:xfrm>
          </p:grpSpPr>
          <p:sp>
            <p:nvSpPr>
              <p:cNvPr id="160" name="Google Shape;23211;p37">
                <a:extLst>
                  <a:ext uri="{FF2B5EF4-FFF2-40B4-BE49-F238E27FC236}">
                    <a16:creationId xmlns:a16="http://schemas.microsoft.com/office/drawing/2014/main" id="{86DE2935-3AC9-9100-6D2D-F7D6384AAD76}"/>
                  </a:ext>
                </a:extLst>
              </p:cNvPr>
              <p:cNvSpPr/>
              <p:nvPr/>
            </p:nvSpPr>
            <p:spPr>
              <a:xfrm>
                <a:off x="6144260" y="3340283"/>
                <a:ext cx="151311" cy="169195"/>
              </a:xfrm>
              <a:custGeom>
                <a:avLst/>
                <a:gdLst/>
                <a:ahLst/>
                <a:cxnLst/>
                <a:rect l="l" t="t" r="r" b="b"/>
                <a:pathLst>
                  <a:path w="2166" h="2422" extrusionOk="0">
                    <a:moveTo>
                      <a:pt x="1175" y="0"/>
                    </a:moveTo>
                    <a:lnTo>
                      <a:pt x="1101" y="37"/>
                    </a:lnTo>
                    <a:lnTo>
                      <a:pt x="991" y="110"/>
                    </a:lnTo>
                    <a:lnTo>
                      <a:pt x="954" y="221"/>
                    </a:lnTo>
                    <a:lnTo>
                      <a:pt x="844" y="367"/>
                    </a:lnTo>
                    <a:lnTo>
                      <a:pt x="514" y="881"/>
                    </a:lnTo>
                    <a:lnTo>
                      <a:pt x="221" y="1431"/>
                    </a:lnTo>
                    <a:lnTo>
                      <a:pt x="37" y="1725"/>
                    </a:lnTo>
                    <a:lnTo>
                      <a:pt x="0" y="1798"/>
                    </a:lnTo>
                    <a:lnTo>
                      <a:pt x="0" y="1872"/>
                    </a:lnTo>
                    <a:lnTo>
                      <a:pt x="0" y="1908"/>
                    </a:lnTo>
                    <a:lnTo>
                      <a:pt x="74" y="1982"/>
                    </a:lnTo>
                    <a:lnTo>
                      <a:pt x="111" y="2018"/>
                    </a:lnTo>
                    <a:lnTo>
                      <a:pt x="294" y="2128"/>
                    </a:lnTo>
                    <a:lnTo>
                      <a:pt x="661" y="2349"/>
                    </a:lnTo>
                    <a:lnTo>
                      <a:pt x="734" y="2385"/>
                    </a:lnTo>
                    <a:lnTo>
                      <a:pt x="808" y="2422"/>
                    </a:lnTo>
                    <a:lnTo>
                      <a:pt x="844" y="2422"/>
                    </a:lnTo>
                    <a:lnTo>
                      <a:pt x="954" y="2385"/>
                    </a:lnTo>
                    <a:lnTo>
                      <a:pt x="1028" y="2312"/>
                    </a:lnTo>
                    <a:lnTo>
                      <a:pt x="1285" y="2055"/>
                    </a:lnTo>
                    <a:lnTo>
                      <a:pt x="2055" y="954"/>
                    </a:lnTo>
                    <a:lnTo>
                      <a:pt x="2129" y="844"/>
                    </a:lnTo>
                    <a:lnTo>
                      <a:pt x="2165" y="734"/>
                    </a:lnTo>
                    <a:lnTo>
                      <a:pt x="2092" y="624"/>
                    </a:lnTo>
                    <a:lnTo>
                      <a:pt x="2018" y="587"/>
                    </a:lnTo>
                    <a:lnTo>
                      <a:pt x="1908" y="477"/>
                    </a:lnTo>
                    <a:lnTo>
                      <a:pt x="1652" y="257"/>
                    </a:lnTo>
                    <a:lnTo>
                      <a:pt x="1358" y="74"/>
                    </a:lnTo>
                    <a:lnTo>
                      <a:pt x="1285" y="37"/>
                    </a:lnTo>
                    <a:lnTo>
                      <a:pt x="1175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1" name="Google Shape;23212;p37">
                <a:extLst>
                  <a:ext uri="{FF2B5EF4-FFF2-40B4-BE49-F238E27FC236}">
                    <a16:creationId xmlns:a16="http://schemas.microsoft.com/office/drawing/2014/main" id="{502D7BBD-E761-E9C9-6F05-1C26A0B19706}"/>
                  </a:ext>
                </a:extLst>
              </p:cNvPr>
              <p:cNvGrpSpPr/>
              <p:nvPr/>
            </p:nvGrpSpPr>
            <p:grpSpPr>
              <a:xfrm>
                <a:off x="6144260" y="3340248"/>
                <a:ext cx="151314" cy="169267"/>
                <a:chOff x="7453330" y="1865582"/>
                <a:chExt cx="72095" cy="80650"/>
              </a:xfrm>
            </p:grpSpPr>
            <p:sp>
              <p:nvSpPr>
                <p:cNvPr id="162" name="Google Shape;23213;p37">
                  <a:extLst>
                    <a:ext uri="{FF2B5EF4-FFF2-40B4-BE49-F238E27FC236}">
                      <a16:creationId xmlns:a16="http://schemas.microsoft.com/office/drawing/2014/main" id="{4910FEA7-2B61-3D38-CEAE-7AADAC1FEBC7}"/>
                    </a:ext>
                  </a:extLst>
                </p:cNvPr>
                <p:cNvSpPr/>
                <p:nvPr/>
              </p:nvSpPr>
              <p:spPr>
                <a:xfrm>
                  <a:off x="7453330" y="1865582"/>
                  <a:ext cx="72095" cy="8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" h="2423" extrusionOk="0">
                      <a:moveTo>
                        <a:pt x="1175" y="1"/>
                      </a:moveTo>
                      <a:lnTo>
                        <a:pt x="1101" y="38"/>
                      </a:lnTo>
                      <a:lnTo>
                        <a:pt x="991" y="111"/>
                      </a:lnTo>
                      <a:lnTo>
                        <a:pt x="954" y="221"/>
                      </a:lnTo>
                      <a:lnTo>
                        <a:pt x="844" y="368"/>
                      </a:lnTo>
                      <a:lnTo>
                        <a:pt x="514" y="881"/>
                      </a:lnTo>
                      <a:lnTo>
                        <a:pt x="221" y="1432"/>
                      </a:lnTo>
                      <a:lnTo>
                        <a:pt x="37" y="1725"/>
                      </a:lnTo>
                      <a:lnTo>
                        <a:pt x="0" y="1799"/>
                      </a:lnTo>
                      <a:lnTo>
                        <a:pt x="0" y="1872"/>
                      </a:lnTo>
                      <a:lnTo>
                        <a:pt x="0" y="1909"/>
                      </a:lnTo>
                      <a:lnTo>
                        <a:pt x="74" y="1982"/>
                      </a:lnTo>
                      <a:lnTo>
                        <a:pt x="111" y="2019"/>
                      </a:lnTo>
                      <a:lnTo>
                        <a:pt x="294" y="2129"/>
                      </a:lnTo>
                      <a:lnTo>
                        <a:pt x="661" y="2349"/>
                      </a:lnTo>
                      <a:lnTo>
                        <a:pt x="734" y="2386"/>
                      </a:lnTo>
                      <a:lnTo>
                        <a:pt x="844" y="2422"/>
                      </a:lnTo>
                      <a:lnTo>
                        <a:pt x="954" y="2386"/>
                      </a:lnTo>
                      <a:lnTo>
                        <a:pt x="1028" y="2312"/>
                      </a:lnTo>
                      <a:lnTo>
                        <a:pt x="1285" y="2056"/>
                      </a:lnTo>
                      <a:lnTo>
                        <a:pt x="2055" y="955"/>
                      </a:lnTo>
                      <a:lnTo>
                        <a:pt x="2129" y="845"/>
                      </a:lnTo>
                      <a:lnTo>
                        <a:pt x="2165" y="735"/>
                      </a:lnTo>
                      <a:lnTo>
                        <a:pt x="2092" y="625"/>
                      </a:lnTo>
                      <a:lnTo>
                        <a:pt x="2018" y="588"/>
                      </a:lnTo>
                      <a:lnTo>
                        <a:pt x="1908" y="478"/>
                      </a:lnTo>
                      <a:lnTo>
                        <a:pt x="1652" y="258"/>
                      </a:lnTo>
                      <a:lnTo>
                        <a:pt x="1358" y="74"/>
                      </a:lnTo>
                      <a:lnTo>
                        <a:pt x="1248" y="38"/>
                      </a:lnTo>
                      <a:lnTo>
                        <a:pt x="117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23214;p37">
                  <a:extLst>
                    <a:ext uri="{FF2B5EF4-FFF2-40B4-BE49-F238E27FC236}">
                      <a16:creationId xmlns:a16="http://schemas.microsoft.com/office/drawing/2014/main" id="{00921C83-1478-A8A2-36B6-B3E33990AE73}"/>
                    </a:ext>
                  </a:extLst>
                </p:cNvPr>
                <p:cNvSpPr/>
                <p:nvPr/>
              </p:nvSpPr>
              <p:spPr>
                <a:xfrm>
                  <a:off x="7485084" y="1907122"/>
                  <a:ext cx="13480" cy="1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404" extrusionOk="0">
                      <a:moveTo>
                        <a:pt x="221" y="74"/>
                      </a:moveTo>
                      <a:lnTo>
                        <a:pt x="257" y="110"/>
                      </a:lnTo>
                      <a:lnTo>
                        <a:pt x="294" y="110"/>
                      </a:lnTo>
                      <a:lnTo>
                        <a:pt x="294" y="184"/>
                      </a:lnTo>
                      <a:lnTo>
                        <a:pt x="294" y="220"/>
                      </a:lnTo>
                      <a:lnTo>
                        <a:pt x="257" y="294"/>
                      </a:lnTo>
                      <a:lnTo>
                        <a:pt x="221" y="331"/>
                      </a:lnTo>
                      <a:lnTo>
                        <a:pt x="184" y="331"/>
                      </a:lnTo>
                      <a:lnTo>
                        <a:pt x="147" y="294"/>
                      </a:lnTo>
                      <a:lnTo>
                        <a:pt x="110" y="257"/>
                      </a:lnTo>
                      <a:lnTo>
                        <a:pt x="110" y="184"/>
                      </a:lnTo>
                      <a:lnTo>
                        <a:pt x="147" y="110"/>
                      </a:lnTo>
                      <a:lnTo>
                        <a:pt x="221" y="74"/>
                      </a:lnTo>
                      <a:close/>
                      <a:moveTo>
                        <a:pt x="184" y="0"/>
                      </a:moveTo>
                      <a:lnTo>
                        <a:pt x="74" y="37"/>
                      </a:lnTo>
                      <a:lnTo>
                        <a:pt x="0" y="110"/>
                      </a:lnTo>
                      <a:lnTo>
                        <a:pt x="37" y="257"/>
                      </a:lnTo>
                      <a:lnTo>
                        <a:pt x="74" y="331"/>
                      </a:lnTo>
                      <a:lnTo>
                        <a:pt x="147" y="404"/>
                      </a:lnTo>
                      <a:lnTo>
                        <a:pt x="221" y="404"/>
                      </a:lnTo>
                      <a:lnTo>
                        <a:pt x="294" y="367"/>
                      </a:lnTo>
                      <a:lnTo>
                        <a:pt x="367" y="331"/>
                      </a:lnTo>
                      <a:lnTo>
                        <a:pt x="404" y="257"/>
                      </a:lnTo>
                      <a:lnTo>
                        <a:pt x="404" y="147"/>
                      </a:lnTo>
                      <a:lnTo>
                        <a:pt x="367" y="74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23215;p37">
                  <a:extLst>
                    <a:ext uri="{FF2B5EF4-FFF2-40B4-BE49-F238E27FC236}">
                      <a16:creationId xmlns:a16="http://schemas.microsoft.com/office/drawing/2014/main" id="{00CCCC32-EF6B-252F-5B48-6C44E016825F}"/>
                    </a:ext>
                  </a:extLst>
                </p:cNvPr>
                <p:cNvSpPr/>
                <p:nvPr/>
              </p:nvSpPr>
              <p:spPr>
                <a:xfrm>
                  <a:off x="7469207" y="1904658"/>
                  <a:ext cx="7356" cy="28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45" extrusionOk="0">
                      <a:moveTo>
                        <a:pt x="37" y="1"/>
                      </a:moveTo>
                      <a:lnTo>
                        <a:pt x="37" y="38"/>
                      </a:lnTo>
                      <a:lnTo>
                        <a:pt x="74" y="74"/>
                      </a:lnTo>
                      <a:lnTo>
                        <a:pt x="111" y="221"/>
                      </a:lnTo>
                      <a:lnTo>
                        <a:pt x="147" y="368"/>
                      </a:lnTo>
                      <a:lnTo>
                        <a:pt x="111" y="551"/>
                      </a:lnTo>
                      <a:lnTo>
                        <a:pt x="37" y="735"/>
                      </a:lnTo>
                      <a:lnTo>
                        <a:pt x="0" y="771"/>
                      </a:lnTo>
                      <a:lnTo>
                        <a:pt x="0" y="845"/>
                      </a:lnTo>
                      <a:lnTo>
                        <a:pt x="37" y="845"/>
                      </a:lnTo>
                      <a:lnTo>
                        <a:pt x="74" y="808"/>
                      </a:lnTo>
                      <a:lnTo>
                        <a:pt x="147" y="661"/>
                      </a:lnTo>
                      <a:lnTo>
                        <a:pt x="221" y="515"/>
                      </a:lnTo>
                      <a:lnTo>
                        <a:pt x="221" y="368"/>
                      </a:lnTo>
                      <a:lnTo>
                        <a:pt x="221" y="221"/>
                      </a:lnTo>
                      <a:lnTo>
                        <a:pt x="184" y="111"/>
                      </a:lnTo>
                      <a:lnTo>
                        <a:pt x="111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23216;p37">
                  <a:extLst>
                    <a:ext uri="{FF2B5EF4-FFF2-40B4-BE49-F238E27FC236}">
                      <a16:creationId xmlns:a16="http://schemas.microsoft.com/office/drawing/2014/main" id="{52EECF7C-3A90-2C29-063E-26ECFF04CA4C}"/>
                    </a:ext>
                  </a:extLst>
                </p:cNvPr>
                <p:cNvSpPr/>
                <p:nvPr/>
              </p:nvSpPr>
              <p:spPr>
                <a:xfrm>
                  <a:off x="7504622" y="1881459"/>
                  <a:ext cx="7356" cy="2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09" extrusionOk="0">
                      <a:moveTo>
                        <a:pt x="221" y="1"/>
                      </a:moveTo>
                      <a:lnTo>
                        <a:pt x="184" y="37"/>
                      </a:lnTo>
                      <a:lnTo>
                        <a:pt x="111" y="111"/>
                      </a:lnTo>
                      <a:lnTo>
                        <a:pt x="74" y="184"/>
                      </a:lnTo>
                      <a:lnTo>
                        <a:pt x="0" y="368"/>
                      </a:lnTo>
                      <a:lnTo>
                        <a:pt x="0" y="551"/>
                      </a:lnTo>
                      <a:lnTo>
                        <a:pt x="37" y="661"/>
                      </a:lnTo>
                      <a:lnTo>
                        <a:pt x="111" y="771"/>
                      </a:lnTo>
                      <a:lnTo>
                        <a:pt x="147" y="808"/>
                      </a:lnTo>
                      <a:lnTo>
                        <a:pt x="184" y="771"/>
                      </a:lnTo>
                      <a:lnTo>
                        <a:pt x="111" y="551"/>
                      </a:lnTo>
                      <a:lnTo>
                        <a:pt x="111" y="404"/>
                      </a:lnTo>
                      <a:lnTo>
                        <a:pt x="111" y="258"/>
                      </a:lnTo>
                      <a:lnTo>
                        <a:pt x="184" y="148"/>
                      </a:lnTo>
                      <a:lnTo>
                        <a:pt x="22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23217;p37">
                  <a:extLst>
                    <a:ext uri="{FF2B5EF4-FFF2-40B4-BE49-F238E27FC236}">
                      <a16:creationId xmlns:a16="http://schemas.microsoft.com/office/drawing/2014/main" id="{1D020DC8-4818-636B-5EF7-E649BB4FF452}"/>
                    </a:ext>
                  </a:extLst>
                </p:cNvPr>
                <p:cNvSpPr/>
                <p:nvPr/>
              </p:nvSpPr>
              <p:spPr>
                <a:xfrm>
                  <a:off x="7485084" y="1887583"/>
                  <a:ext cx="7356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184" extrusionOk="0">
                      <a:moveTo>
                        <a:pt x="37" y="0"/>
                      </a:moveTo>
                      <a:lnTo>
                        <a:pt x="0" y="74"/>
                      </a:lnTo>
                      <a:lnTo>
                        <a:pt x="0" y="110"/>
                      </a:lnTo>
                      <a:lnTo>
                        <a:pt x="37" y="147"/>
                      </a:lnTo>
                      <a:lnTo>
                        <a:pt x="74" y="184"/>
                      </a:lnTo>
                      <a:lnTo>
                        <a:pt x="184" y="147"/>
                      </a:lnTo>
                      <a:lnTo>
                        <a:pt x="221" y="110"/>
                      </a:lnTo>
                      <a:lnTo>
                        <a:pt x="221" y="37"/>
                      </a:ln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23218;p37">
                  <a:extLst>
                    <a:ext uri="{FF2B5EF4-FFF2-40B4-BE49-F238E27FC236}">
                      <a16:creationId xmlns:a16="http://schemas.microsoft.com/office/drawing/2014/main" id="{6814F975-E254-51AC-EB41-8D096C250D91}"/>
                    </a:ext>
                  </a:extLst>
                </p:cNvPr>
                <p:cNvSpPr/>
                <p:nvPr/>
              </p:nvSpPr>
              <p:spPr>
                <a:xfrm>
                  <a:off x="7456991" y="1870475"/>
                  <a:ext cx="44003" cy="5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652" extrusionOk="0">
                      <a:moveTo>
                        <a:pt x="1248" y="1"/>
                      </a:moveTo>
                      <a:lnTo>
                        <a:pt x="1175" y="37"/>
                      </a:lnTo>
                      <a:lnTo>
                        <a:pt x="1101" y="147"/>
                      </a:lnTo>
                      <a:lnTo>
                        <a:pt x="478" y="955"/>
                      </a:lnTo>
                      <a:lnTo>
                        <a:pt x="441" y="1028"/>
                      </a:lnTo>
                      <a:lnTo>
                        <a:pt x="404" y="1028"/>
                      </a:lnTo>
                      <a:lnTo>
                        <a:pt x="404" y="1065"/>
                      </a:lnTo>
                      <a:lnTo>
                        <a:pt x="257" y="1248"/>
                      </a:lnTo>
                      <a:lnTo>
                        <a:pt x="37" y="1542"/>
                      </a:lnTo>
                      <a:lnTo>
                        <a:pt x="1" y="1578"/>
                      </a:lnTo>
                      <a:lnTo>
                        <a:pt x="37" y="1615"/>
                      </a:lnTo>
                      <a:lnTo>
                        <a:pt x="74" y="1652"/>
                      </a:lnTo>
                      <a:lnTo>
                        <a:pt x="111" y="1615"/>
                      </a:lnTo>
                      <a:lnTo>
                        <a:pt x="221" y="1542"/>
                      </a:lnTo>
                      <a:lnTo>
                        <a:pt x="478" y="1211"/>
                      </a:lnTo>
                      <a:lnTo>
                        <a:pt x="551" y="1138"/>
                      </a:lnTo>
                      <a:lnTo>
                        <a:pt x="588" y="1101"/>
                      </a:lnTo>
                      <a:lnTo>
                        <a:pt x="918" y="661"/>
                      </a:lnTo>
                      <a:lnTo>
                        <a:pt x="1028" y="514"/>
                      </a:lnTo>
                      <a:lnTo>
                        <a:pt x="1285" y="147"/>
                      </a:lnTo>
                      <a:lnTo>
                        <a:pt x="1321" y="74"/>
                      </a:lnTo>
                      <a:lnTo>
                        <a:pt x="1285" y="37"/>
                      </a:lnTo>
                      <a:lnTo>
                        <a:pt x="1248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8" name="Google Shape;23219;p37">
              <a:extLst>
                <a:ext uri="{FF2B5EF4-FFF2-40B4-BE49-F238E27FC236}">
                  <a16:creationId xmlns:a16="http://schemas.microsoft.com/office/drawing/2014/main" id="{DE045242-B68E-2B12-3FEB-81145733E6E2}"/>
                </a:ext>
              </a:extLst>
            </p:cNvPr>
            <p:cNvGrpSpPr/>
            <p:nvPr/>
          </p:nvGrpSpPr>
          <p:grpSpPr>
            <a:xfrm rot="-3106090">
              <a:off x="6831063" y="1025307"/>
              <a:ext cx="268929" cy="287880"/>
              <a:chOff x="4644823" y="3142898"/>
              <a:chExt cx="328126" cy="351249"/>
            </a:xfrm>
          </p:grpSpPr>
          <p:sp>
            <p:nvSpPr>
              <p:cNvPr id="169" name="Google Shape;23220;p37">
                <a:extLst>
                  <a:ext uri="{FF2B5EF4-FFF2-40B4-BE49-F238E27FC236}">
                    <a16:creationId xmlns:a16="http://schemas.microsoft.com/office/drawing/2014/main" id="{12F41F3B-3D1C-4394-E148-0E9A4628CB89}"/>
                  </a:ext>
                </a:extLst>
              </p:cNvPr>
              <p:cNvSpPr/>
              <p:nvPr/>
            </p:nvSpPr>
            <p:spPr>
              <a:xfrm>
                <a:off x="4644823" y="3142933"/>
                <a:ext cx="328121" cy="351174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5027" extrusionOk="0">
                    <a:moveTo>
                      <a:pt x="2385" y="0"/>
                    </a:moveTo>
                    <a:lnTo>
                      <a:pt x="2165" y="37"/>
                    </a:lnTo>
                    <a:lnTo>
                      <a:pt x="1982" y="147"/>
                    </a:lnTo>
                    <a:lnTo>
                      <a:pt x="1798" y="257"/>
                    </a:lnTo>
                    <a:lnTo>
                      <a:pt x="1688" y="257"/>
                    </a:lnTo>
                    <a:lnTo>
                      <a:pt x="1578" y="147"/>
                    </a:lnTo>
                    <a:lnTo>
                      <a:pt x="1468" y="74"/>
                    </a:lnTo>
                    <a:lnTo>
                      <a:pt x="1321" y="37"/>
                    </a:lnTo>
                    <a:lnTo>
                      <a:pt x="991" y="37"/>
                    </a:lnTo>
                    <a:lnTo>
                      <a:pt x="771" y="147"/>
                    </a:lnTo>
                    <a:lnTo>
                      <a:pt x="551" y="257"/>
                    </a:lnTo>
                    <a:lnTo>
                      <a:pt x="404" y="440"/>
                    </a:lnTo>
                    <a:lnTo>
                      <a:pt x="294" y="661"/>
                    </a:lnTo>
                    <a:lnTo>
                      <a:pt x="220" y="917"/>
                    </a:lnTo>
                    <a:lnTo>
                      <a:pt x="257" y="1174"/>
                    </a:lnTo>
                    <a:lnTo>
                      <a:pt x="330" y="1284"/>
                    </a:lnTo>
                    <a:lnTo>
                      <a:pt x="404" y="1394"/>
                    </a:lnTo>
                    <a:lnTo>
                      <a:pt x="587" y="1505"/>
                    </a:lnTo>
                    <a:lnTo>
                      <a:pt x="807" y="1578"/>
                    </a:lnTo>
                    <a:lnTo>
                      <a:pt x="881" y="1615"/>
                    </a:lnTo>
                    <a:lnTo>
                      <a:pt x="917" y="1688"/>
                    </a:lnTo>
                    <a:lnTo>
                      <a:pt x="954" y="1871"/>
                    </a:lnTo>
                    <a:lnTo>
                      <a:pt x="1028" y="1982"/>
                    </a:lnTo>
                    <a:lnTo>
                      <a:pt x="1101" y="2055"/>
                    </a:lnTo>
                    <a:lnTo>
                      <a:pt x="1138" y="2092"/>
                    </a:lnTo>
                    <a:lnTo>
                      <a:pt x="1174" y="2128"/>
                    </a:lnTo>
                    <a:lnTo>
                      <a:pt x="1138" y="2165"/>
                    </a:lnTo>
                    <a:lnTo>
                      <a:pt x="1101" y="2275"/>
                    </a:lnTo>
                    <a:lnTo>
                      <a:pt x="881" y="2825"/>
                    </a:lnTo>
                    <a:lnTo>
                      <a:pt x="551" y="3412"/>
                    </a:lnTo>
                    <a:lnTo>
                      <a:pt x="184" y="4000"/>
                    </a:lnTo>
                    <a:lnTo>
                      <a:pt x="37" y="4220"/>
                    </a:lnTo>
                    <a:lnTo>
                      <a:pt x="0" y="4293"/>
                    </a:lnTo>
                    <a:lnTo>
                      <a:pt x="0" y="4366"/>
                    </a:lnTo>
                    <a:lnTo>
                      <a:pt x="37" y="4403"/>
                    </a:lnTo>
                    <a:lnTo>
                      <a:pt x="74" y="4477"/>
                    </a:lnTo>
                    <a:lnTo>
                      <a:pt x="330" y="4697"/>
                    </a:lnTo>
                    <a:lnTo>
                      <a:pt x="587" y="4880"/>
                    </a:lnTo>
                    <a:lnTo>
                      <a:pt x="807" y="4990"/>
                    </a:lnTo>
                    <a:lnTo>
                      <a:pt x="954" y="5027"/>
                    </a:lnTo>
                    <a:lnTo>
                      <a:pt x="1064" y="4990"/>
                    </a:lnTo>
                    <a:lnTo>
                      <a:pt x="1174" y="4917"/>
                    </a:lnTo>
                    <a:lnTo>
                      <a:pt x="1431" y="4697"/>
                    </a:lnTo>
                    <a:lnTo>
                      <a:pt x="1761" y="4330"/>
                    </a:lnTo>
                    <a:lnTo>
                      <a:pt x="2128" y="4000"/>
                    </a:lnTo>
                    <a:lnTo>
                      <a:pt x="2752" y="3523"/>
                    </a:lnTo>
                    <a:lnTo>
                      <a:pt x="2935" y="3449"/>
                    </a:lnTo>
                    <a:lnTo>
                      <a:pt x="3046" y="3596"/>
                    </a:lnTo>
                    <a:lnTo>
                      <a:pt x="3192" y="3706"/>
                    </a:lnTo>
                    <a:lnTo>
                      <a:pt x="3449" y="3779"/>
                    </a:lnTo>
                    <a:lnTo>
                      <a:pt x="3853" y="3779"/>
                    </a:lnTo>
                    <a:lnTo>
                      <a:pt x="4000" y="3706"/>
                    </a:lnTo>
                    <a:lnTo>
                      <a:pt x="4183" y="3633"/>
                    </a:lnTo>
                    <a:lnTo>
                      <a:pt x="4366" y="3523"/>
                    </a:lnTo>
                    <a:lnTo>
                      <a:pt x="4440" y="3449"/>
                    </a:lnTo>
                    <a:lnTo>
                      <a:pt x="4550" y="3339"/>
                    </a:lnTo>
                    <a:lnTo>
                      <a:pt x="4587" y="3229"/>
                    </a:lnTo>
                    <a:lnTo>
                      <a:pt x="4623" y="3082"/>
                    </a:lnTo>
                    <a:lnTo>
                      <a:pt x="4623" y="2972"/>
                    </a:lnTo>
                    <a:lnTo>
                      <a:pt x="4623" y="2862"/>
                    </a:lnTo>
                    <a:lnTo>
                      <a:pt x="4587" y="2789"/>
                    </a:lnTo>
                    <a:lnTo>
                      <a:pt x="4513" y="2679"/>
                    </a:lnTo>
                    <a:lnTo>
                      <a:pt x="4440" y="2642"/>
                    </a:lnTo>
                    <a:lnTo>
                      <a:pt x="4403" y="2605"/>
                    </a:lnTo>
                    <a:lnTo>
                      <a:pt x="4513" y="2458"/>
                    </a:lnTo>
                    <a:lnTo>
                      <a:pt x="4623" y="2312"/>
                    </a:lnTo>
                    <a:lnTo>
                      <a:pt x="4660" y="2165"/>
                    </a:lnTo>
                    <a:lnTo>
                      <a:pt x="4697" y="1982"/>
                    </a:lnTo>
                    <a:lnTo>
                      <a:pt x="4697" y="1761"/>
                    </a:lnTo>
                    <a:lnTo>
                      <a:pt x="4660" y="1578"/>
                    </a:lnTo>
                    <a:lnTo>
                      <a:pt x="4550" y="1394"/>
                    </a:lnTo>
                    <a:lnTo>
                      <a:pt x="4366" y="1211"/>
                    </a:lnTo>
                    <a:lnTo>
                      <a:pt x="4220" y="1138"/>
                    </a:lnTo>
                    <a:lnTo>
                      <a:pt x="4036" y="1064"/>
                    </a:lnTo>
                    <a:lnTo>
                      <a:pt x="3889" y="1028"/>
                    </a:lnTo>
                    <a:lnTo>
                      <a:pt x="3706" y="991"/>
                    </a:lnTo>
                    <a:lnTo>
                      <a:pt x="3633" y="991"/>
                    </a:lnTo>
                    <a:lnTo>
                      <a:pt x="3559" y="1028"/>
                    </a:lnTo>
                    <a:lnTo>
                      <a:pt x="3486" y="991"/>
                    </a:lnTo>
                    <a:lnTo>
                      <a:pt x="3523" y="844"/>
                    </a:lnTo>
                    <a:lnTo>
                      <a:pt x="3523" y="624"/>
                    </a:lnTo>
                    <a:lnTo>
                      <a:pt x="3486" y="514"/>
                    </a:lnTo>
                    <a:lnTo>
                      <a:pt x="3412" y="404"/>
                    </a:lnTo>
                    <a:lnTo>
                      <a:pt x="3266" y="220"/>
                    </a:lnTo>
                    <a:lnTo>
                      <a:pt x="3082" y="110"/>
                    </a:lnTo>
                    <a:lnTo>
                      <a:pt x="2862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0" name="Google Shape;23221;p37">
                <a:extLst>
                  <a:ext uri="{FF2B5EF4-FFF2-40B4-BE49-F238E27FC236}">
                    <a16:creationId xmlns:a16="http://schemas.microsoft.com/office/drawing/2014/main" id="{283631FD-E560-A8E1-12E1-35C8A40F09FC}"/>
                  </a:ext>
                </a:extLst>
              </p:cNvPr>
              <p:cNvGrpSpPr/>
              <p:nvPr/>
            </p:nvGrpSpPr>
            <p:grpSpPr>
              <a:xfrm>
                <a:off x="4644823" y="3142898"/>
                <a:ext cx="328126" cy="351249"/>
                <a:chOff x="6738904" y="1771552"/>
                <a:chExt cx="156340" cy="167357"/>
              </a:xfrm>
            </p:grpSpPr>
            <p:sp>
              <p:nvSpPr>
                <p:cNvPr id="171" name="Google Shape;23222;p37">
                  <a:extLst>
                    <a:ext uri="{FF2B5EF4-FFF2-40B4-BE49-F238E27FC236}">
                      <a16:creationId xmlns:a16="http://schemas.microsoft.com/office/drawing/2014/main" id="{4B899470-5899-CEC9-7A4A-68AA9ED13408}"/>
                    </a:ext>
                  </a:extLst>
                </p:cNvPr>
                <p:cNvSpPr/>
                <p:nvPr/>
              </p:nvSpPr>
              <p:spPr>
                <a:xfrm>
                  <a:off x="6746227" y="1771552"/>
                  <a:ext cx="149017" cy="125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7" h="3780" extrusionOk="0">
                      <a:moveTo>
                        <a:pt x="2165" y="1"/>
                      </a:moveTo>
                      <a:lnTo>
                        <a:pt x="1945" y="37"/>
                      </a:lnTo>
                      <a:lnTo>
                        <a:pt x="1762" y="147"/>
                      </a:lnTo>
                      <a:lnTo>
                        <a:pt x="1578" y="257"/>
                      </a:lnTo>
                      <a:lnTo>
                        <a:pt x="1468" y="257"/>
                      </a:lnTo>
                      <a:lnTo>
                        <a:pt x="1321" y="111"/>
                      </a:lnTo>
                      <a:lnTo>
                        <a:pt x="1138" y="37"/>
                      </a:lnTo>
                      <a:lnTo>
                        <a:pt x="771" y="37"/>
                      </a:lnTo>
                      <a:lnTo>
                        <a:pt x="551" y="147"/>
                      </a:lnTo>
                      <a:lnTo>
                        <a:pt x="331" y="257"/>
                      </a:lnTo>
                      <a:lnTo>
                        <a:pt x="184" y="441"/>
                      </a:lnTo>
                      <a:lnTo>
                        <a:pt x="74" y="661"/>
                      </a:lnTo>
                      <a:lnTo>
                        <a:pt x="0" y="918"/>
                      </a:lnTo>
                      <a:lnTo>
                        <a:pt x="37" y="1175"/>
                      </a:lnTo>
                      <a:lnTo>
                        <a:pt x="110" y="1285"/>
                      </a:lnTo>
                      <a:lnTo>
                        <a:pt x="184" y="1395"/>
                      </a:lnTo>
                      <a:lnTo>
                        <a:pt x="367" y="1505"/>
                      </a:lnTo>
                      <a:lnTo>
                        <a:pt x="587" y="1578"/>
                      </a:lnTo>
                      <a:lnTo>
                        <a:pt x="661" y="1615"/>
                      </a:lnTo>
                      <a:lnTo>
                        <a:pt x="697" y="1688"/>
                      </a:lnTo>
                      <a:lnTo>
                        <a:pt x="734" y="1872"/>
                      </a:lnTo>
                      <a:lnTo>
                        <a:pt x="808" y="1982"/>
                      </a:lnTo>
                      <a:lnTo>
                        <a:pt x="881" y="2055"/>
                      </a:lnTo>
                      <a:lnTo>
                        <a:pt x="918" y="2092"/>
                      </a:lnTo>
                      <a:lnTo>
                        <a:pt x="1431" y="2275"/>
                      </a:lnTo>
                      <a:lnTo>
                        <a:pt x="1541" y="2275"/>
                      </a:lnTo>
                      <a:lnTo>
                        <a:pt x="1688" y="2239"/>
                      </a:lnTo>
                      <a:lnTo>
                        <a:pt x="1835" y="2165"/>
                      </a:lnTo>
                      <a:lnTo>
                        <a:pt x="1908" y="2165"/>
                      </a:lnTo>
                      <a:lnTo>
                        <a:pt x="1908" y="2202"/>
                      </a:lnTo>
                      <a:lnTo>
                        <a:pt x="1908" y="2275"/>
                      </a:lnTo>
                      <a:lnTo>
                        <a:pt x="1945" y="2386"/>
                      </a:lnTo>
                      <a:lnTo>
                        <a:pt x="1982" y="2459"/>
                      </a:lnTo>
                      <a:lnTo>
                        <a:pt x="2055" y="2532"/>
                      </a:lnTo>
                      <a:lnTo>
                        <a:pt x="2128" y="2606"/>
                      </a:lnTo>
                      <a:lnTo>
                        <a:pt x="2202" y="2679"/>
                      </a:lnTo>
                      <a:lnTo>
                        <a:pt x="2349" y="2716"/>
                      </a:lnTo>
                      <a:lnTo>
                        <a:pt x="2532" y="2752"/>
                      </a:lnTo>
                      <a:lnTo>
                        <a:pt x="2605" y="2716"/>
                      </a:lnTo>
                      <a:lnTo>
                        <a:pt x="2679" y="2716"/>
                      </a:lnTo>
                      <a:lnTo>
                        <a:pt x="2642" y="2899"/>
                      </a:lnTo>
                      <a:lnTo>
                        <a:pt x="2605" y="3083"/>
                      </a:lnTo>
                      <a:lnTo>
                        <a:pt x="2642" y="3266"/>
                      </a:lnTo>
                      <a:lnTo>
                        <a:pt x="2715" y="3450"/>
                      </a:lnTo>
                      <a:lnTo>
                        <a:pt x="2826" y="3596"/>
                      </a:lnTo>
                      <a:lnTo>
                        <a:pt x="2972" y="3706"/>
                      </a:lnTo>
                      <a:lnTo>
                        <a:pt x="3156" y="3743"/>
                      </a:lnTo>
                      <a:lnTo>
                        <a:pt x="3303" y="3780"/>
                      </a:lnTo>
                      <a:lnTo>
                        <a:pt x="3596" y="3780"/>
                      </a:lnTo>
                      <a:lnTo>
                        <a:pt x="3853" y="3706"/>
                      </a:lnTo>
                      <a:lnTo>
                        <a:pt x="4146" y="3523"/>
                      </a:lnTo>
                      <a:lnTo>
                        <a:pt x="4220" y="3450"/>
                      </a:lnTo>
                      <a:lnTo>
                        <a:pt x="4330" y="3339"/>
                      </a:lnTo>
                      <a:lnTo>
                        <a:pt x="4367" y="3229"/>
                      </a:lnTo>
                      <a:lnTo>
                        <a:pt x="4403" y="3083"/>
                      </a:lnTo>
                      <a:lnTo>
                        <a:pt x="4403" y="2973"/>
                      </a:lnTo>
                      <a:lnTo>
                        <a:pt x="4403" y="2863"/>
                      </a:lnTo>
                      <a:lnTo>
                        <a:pt x="4367" y="2789"/>
                      </a:lnTo>
                      <a:lnTo>
                        <a:pt x="4293" y="2679"/>
                      </a:lnTo>
                      <a:lnTo>
                        <a:pt x="4220" y="2642"/>
                      </a:lnTo>
                      <a:lnTo>
                        <a:pt x="4183" y="2606"/>
                      </a:lnTo>
                      <a:lnTo>
                        <a:pt x="4293" y="2459"/>
                      </a:lnTo>
                      <a:lnTo>
                        <a:pt x="4403" y="2312"/>
                      </a:lnTo>
                      <a:lnTo>
                        <a:pt x="4440" y="2165"/>
                      </a:lnTo>
                      <a:lnTo>
                        <a:pt x="4477" y="1982"/>
                      </a:lnTo>
                      <a:lnTo>
                        <a:pt x="4477" y="1762"/>
                      </a:lnTo>
                      <a:lnTo>
                        <a:pt x="4440" y="1578"/>
                      </a:lnTo>
                      <a:lnTo>
                        <a:pt x="4330" y="1395"/>
                      </a:lnTo>
                      <a:lnTo>
                        <a:pt x="4146" y="1211"/>
                      </a:lnTo>
                      <a:lnTo>
                        <a:pt x="4000" y="1101"/>
                      </a:lnTo>
                      <a:lnTo>
                        <a:pt x="3816" y="1028"/>
                      </a:lnTo>
                      <a:lnTo>
                        <a:pt x="3596" y="991"/>
                      </a:lnTo>
                      <a:lnTo>
                        <a:pt x="3413" y="991"/>
                      </a:lnTo>
                      <a:lnTo>
                        <a:pt x="3339" y="1028"/>
                      </a:lnTo>
                      <a:lnTo>
                        <a:pt x="3266" y="991"/>
                      </a:lnTo>
                      <a:lnTo>
                        <a:pt x="3303" y="845"/>
                      </a:lnTo>
                      <a:lnTo>
                        <a:pt x="3303" y="624"/>
                      </a:lnTo>
                      <a:lnTo>
                        <a:pt x="3266" y="514"/>
                      </a:lnTo>
                      <a:lnTo>
                        <a:pt x="3192" y="404"/>
                      </a:lnTo>
                      <a:lnTo>
                        <a:pt x="3046" y="221"/>
                      </a:lnTo>
                      <a:lnTo>
                        <a:pt x="2826" y="74"/>
                      </a:lnTo>
                      <a:lnTo>
                        <a:pt x="260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23223;p37">
                  <a:extLst>
                    <a:ext uri="{FF2B5EF4-FFF2-40B4-BE49-F238E27FC236}">
                      <a16:creationId xmlns:a16="http://schemas.microsoft.com/office/drawing/2014/main" id="{F23C482A-28C5-672D-77EB-94C419EFE823}"/>
                    </a:ext>
                  </a:extLst>
                </p:cNvPr>
                <p:cNvSpPr/>
                <p:nvPr/>
              </p:nvSpPr>
              <p:spPr>
                <a:xfrm>
                  <a:off x="6753549" y="1776445"/>
                  <a:ext cx="37878" cy="35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1065" extrusionOk="0">
                      <a:moveTo>
                        <a:pt x="698" y="0"/>
                      </a:moveTo>
                      <a:lnTo>
                        <a:pt x="588" y="37"/>
                      </a:lnTo>
                      <a:lnTo>
                        <a:pt x="404" y="147"/>
                      </a:lnTo>
                      <a:lnTo>
                        <a:pt x="257" y="257"/>
                      </a:lnTo>
                      <a:lnTo>
                        <a:pt x="111" y="404"/>
                      </a:lnTo>
                      <a:lnTo>
                        <a:pt x="37" y="551"/>
                      </a:lnTo>
                      <a:lnTo>
                        <a:pt x="0" y="771"/>
                      </a:lnTo>
                      <a:lnTo>
                        <a:pt x="0" y="918"/>
                      </a:lnTo>
                      <a:lnTo>
                        <a:pt x="37" y="991"/>
                      </a:lnTo>
                      <a:lnTo>
                        <a:pt x="74" y="1064"/>
                      </a:lnTo>
                      <a:lnTo>
                        <a:pt x="111" y="844"/>
                      </a:lnTo>
                      <a:lnTo>
                        <a:pt x="147" y="661"/>
                      </a:lnTo>
                      <a:lnTo>
                        <a:pt x="257" y="514"/>
                      </a:lnTo>
                      <a:lnTo>
                        <a:pt x="404" y="367"/>
                      </a:lnTo>
                      <a:lnTo>
                        <a:pt x="588" y="257"/>
                      </a:lnTo>
                      <a:lnTo>
                        <a:pt x="734" y="184"/>
                      </a:lnTo>
                      <a:lnTo>
                        <a:pt x="918" y="147"/>
                      </a:lnTo>
                      <a:lnTo>
                        <a:pt x="1138" y="147"/>
                      </a:lnTo>
                      <a:lnTo>
                        <a:pt x="991" y="37"/>
                      </a:lnTo>
                      <a:lnTo>
                        <a:pt x="881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23224;p37">
                  <a:extLst>
                    <a:ext uri="{FF2B5EF4-FFF2-40B4-BE49-F238E27FC236}">
                      <a16:creationId xmlns:a16="http://schemas.microsoft.com/office/drawing/2014/main" id="{F7377AB0-7D09-F604-D63C-DF496954245D}"/>
                    </a:ext>
                  </a:extLst>
                </p:cNvPr>
                <p:cNvSpPr/>
                <p:nvPr/>
              </p:nvSpPr>
              <p:spPr>
                <a:xfrm>
                  <a:off x="6854902" y="1811860"/>
                  <a:ext cx="31787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" h="368" extrusionOk="0">
                      <a:moveTo>
                        <a:pt x="111" y="0"/>
                      </a:moveTo>
                      <a:lnTo>
                        <a:pt x="38" y="37"/>
                      </a:lnTo>
                      <a:lnTo>
                        <a:pt x="1" y="74"/>
                      </a:lnTo>
                      <a:lnTo>
                        <a:pt x="258" y="110"/>
                      </a:lnTo>
                      <a:lnTo>
                        <a:pt x="478" y="184"/>
                      </a:lnTo>
                      <a:lnTo>
                        <a:pt x="735" y="257"/>
                      </a:lnTo>
                      <a:lnTo>
                        <a:pt x="955" y="367"/>
                      </a:lnTo>
                      <a:lnTo>
                        <a:pt x="918" y="257"/>
                      </a:lnTo>
                      <a:lnTo>
                        <a:pt x="845" y="184"/>
                      </a:lnTo>
                      <a:lnTo>
                        <a:pt x="771" y="110"/>
                      </a:lnTo>
                      <a:lnTo>
                        <a:pt x="698" y="74"/>
                      </a:lnTo>
                      <a:lnTo>
                        <a:pt x="478" y="37"/>
                      </a:lnTo>
                      <a:lnTo>
                        <a:pt x="258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23225;p37">
                  <a:extLst>
                    <a:ext uri="{FF2B5EF4-FFF2-40B4-BE49-F238E27FC236}">
                      <a16:creationId xmlns:a16="http://schemas.microsoft.com/office/drawing/2014/main" id="{45084B82-AF36-E588-37A5-A1439A89420A}"/>
                    </a:ext>
                  </a:extLst>
                </p:cNvPr>
                <p:cNvSpPr/>
                <p:nvPr/>
              </p:nvSpPr>
              <p:spPr>
                <a:xfrm>
                  <a:off x="6874440" y="1866813"/>
                  <a:ext cx="11051" cy="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58" extrusionOk="0">
                      <a:moveTo>
                        <a:pt x="38" y="1"/>
                      </a:moveTo>
                      <a:lnTo>
                        <a:pt x="1" y="37"/>
                      </a:lnTo>
                      <a:lnTo>
                        <a:pt x="74" y="111"/>
                      </a:lnTo>
                      <a:lnTo>
                        <a:pt x="184" y="147"/>
                      </a:lnTo>
                      <a:lnTo>
                        <a:pt x="258" y="184"/>
                      </a:lnTo>
                      <a:lnTo>
                        <a:pt x="294" y="257"/>
                      </a:lnTo>
                      <a:lnTo>
                        <a:pt x="331" y="221"/>
                      </a:lnTo>
                      <a:lnTo>
                        <a:pt x="294" y="147"/>
                      </a:lnTo>
                      <a:lnTo>
                        <a:pt x="184" y="37"/>
                      </a:lnTo>
                      <a:lnTo>
                        <a:pt x="38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23226;p37">
                  <a:extLst>
                    <a:ext uri="{FF2B5EF4-FFF2-40B4-BE49-F238E27FC236}">
                      <a16:creationId xmlns:a16="http://schemas.microsoft.com/office/drawing/2014/main" id="{D77AD79F-BBB1-B8B4-8FB4-94B9AAAFC76A}"/>
                    </a:ext>
                  </a:extLst>
                </p:cNvPr>
                <p:cNvSpPr/>
                <p:nvPr/>
              </p:nvSpPr>
              <p:spPr>
                <a:xfrm>
                  <a:off x="6738904" y="1841184"/>
                  <a:ext cx="97725" cy="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" h="2936" extrusionOk="0">
                      <a:moveTo>
                        <a:pt x="1138" y="0"/>
                      </a:moveTo>
                      <a:lnTo>
                        <a:pt x="1101" y="183"/>
                      </a:lnTo>
                      <a:lnTo>
                        <a:pt x="881" y="734"/>
                      </a:lnTo>
                      <a:lnTo>
                        <a:pt x="551" y="1321"/>
                      </a:lnTo>
                      <a:lnTo>
                        <a:pt x="184" y="1908"/>
                      </a:lnTo>
                      <a:lnTo>
                        <a:pt x="37" y="2128"/>
                      </a:lnTo>
                      <a:lnTo>
                        <a:pt x="0" y="2201"/>
                      </a:lnTo>
                      <a:lnTo>
                        <a:pt x="0" y="2275"/>
                      </a:lnTo>
                      <a:lnTo>
                        <a:pt x="37" y="2312"/>
                      </a:lnTo>
                      <a:lnTo>
                        <a:pt x="74" y="2385"/>
                      </a:lnTo>
                      <a:lnTo>
                        <a:pt x="330" y="2605"/>
                      </a:lnTo>
                      <a:lnTo>
                        <a:pt x="587" y="2789"/>
                      </a:lnTo>
                      <a:lnTo>
                        <a:pt x="807" y="2899"/>
                      </a:lnTo>
                      <a:lnTo>
                        <a:pt x="917" y="2935"/>
                      </a:lnTo>
                      <a:lnTo>
                        <a:pt x="991" y="2935"/>
                      </a:lnTo>
                      <a:lnTo>
                        <a:pt x="1101" y="2899"/>
                      </a:lnTo>
                      <a:lnTo>
                        <a:pt x="1174" y="2825"/>
                      </a:lnTo>
                      <a:lnTo>
                        <a:pt x="1431" y="2605"/>
                      </a:lnTo>
                      <a:lnTo>
                        <a:pt x="1761" y="2238"/>
                      </a:lnTo>
                      <a:lnTo>
                        <a:pt x="2128" y="1908"/>
                      </a:lnTo>
                      <a:lnTo>
                        <a:pt x="2752" y="1431"/>
                      </a:lnTo>
                      <a:lnTo>
                        <a:pt x="2935" y="1358"/>
                      </a:lnTo>
                      <a:lnTo>
                        <a:pt x="2862" y="1174"/>
                      </a:lnTo>
                      <a:lnTo>
                        <a:pt x="2825" y="991"/>
                      </a:lnTo>
                      <a:lnTo>
                        <a:pt x="2862" y="807"/>
                      </a:lnTo>
                      <a:lnTo>
                        <a:pt x="2899" y="624"/>
                      </a:lnTo>
                      <a:lnTo>
                        <a:pt x="2825" y="624"/>
                      </a:lnTo>
                      <a:lnTo>
                        <a:pt x="2752" y="660"/>
                      </a:lnTo>
                      <a:lnTo>
                        <a:pt x="2715" y="697"/>
                      </a:lnTo>
                      <a:lnTo>
                        <a:pt x="2679" y="734"/>
                      </a:lnTo>
                      <a:lnTo>
                        <a:pt x="2569" y="807"/>
                      </a:lnTo>
                      <a:lnTo>
                        <a:pt x="2348" y="954"/>
                      </a:lnTo>
                      <a:lnTo>
                        <a:pt x="2092" y="1101"/>
                      </a:lnTo>
                      <a:lnTo>
                        <a:pt x="2092" y="1101"/>
                      </a:lnTo>
                      <a:lnTo>
                        <a:pt x="2238" y="917"/>
                      </a:lnTo>
                      <a:lnTo>
                        <a:pt x="2275" y="844"/>
                      </a:lnTo>
                      <a:lnTo>
                        <a:pt x="2348" y="734"/>
                      </a:lnTo>
                      <a:lnTo>
                        <a:pt x="2385" y="660"/>
                      </a:lnTo>
                      <a:lnTo>
                        <a:pt x="2422" y="587"/>
                      </a:lnTo>
                      <a:lnTo>
                        <a:pt x="2348" y="514"/>
                      </a:lnTo>
                      <a:lnTo>
                        <a:pt x="2275" y="440"/>
                      </a:lnTo>
                      <a:lnTo>
                        <a:pt x="2202" y="367"/>
                      </a:lnTo>
                      <a:lnTo>
                        <a:pt x="2165" y="294"/>
                      </a:lnTo>
                      <a:lnTo>
                        <a:pt x="2128" y="183"/>
                      </a:lnTo>
                      <a:lnTo>
                        <a:pt x="2128" y="110"/>
                      </a:lnTo>
                      <a:lnTo>
                        <a:pt x="2128" y="73"/>
                      </a:lnTo>
                      <a:lnTo>
                        <a:pt x="2055" y="73"/>
                      </a:lnTo>
                      <a:lnTo>
                        <a:pt x="1908" y="147"/>
                      </a:lnTo>
                      <a:lnTo>
                        <a:pt x="1761" y="183"/>
                      </a:lnTo>
                      <a:lnTo>
                        <a:pt x="1725" y="330"/>
                      </a:lnTo>
                      <a:lnTo>
                        <a:pt x="1615" y="587"/>
                      </a:lnTo>
                      <a:lnTo>
                        <a:pt x="1578" y="734"/>
                      </a:lnTo>
                      <a:lnTo>
                        <a:pt x="1541" y="771"/>
                      </a:lnTo>
                      <a:lnTo>
                        <a:pt x="1541" y="697"/>
                      </a:lnTo>
                      <a:lnTo>
                        <a:pt x="1578" y="587"/>
                      </a:lnTo>
                      <a:lnTo>
                        <a:pt x="1615" y="330"/>
                      </a:lnTo>
                      <a:lnTo>
                        <a:pt x="1615" y="257"/>
                      </a:lnTo>
                      <a:lnTo>
                        <a:pt x="1651" y="183"/>
                      </a:lnTo>
                      <a:lnTo>
                        <a:pt x="113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23227;p37">
                  <a:extLst>
                    <a:ext uri="{FF2B5EF4-FFF2-40B4-BE49-F238E27FC236}">
                      <a16:creationId xmlns:a16="http://schemas.microsoft.com/office/drawing/2014/main" id="{704A5DC6-749B-3A9B-31A7-E2805314AF96}"/>
                    </a:ext>
                  </a:extLst>
                </p:cNvPr>
                <p:cNvSpPr/>
                <p:nvPr/>
              </p:nvSpPr>
              <p:spPr>
                <a:xfrm>
                  <a:off x="6824380" y="1861921"/>
                  <a:ext cx="12249" cy="26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808" extrusionOk="0">
                      <a:moveTo>
                        <a:pt x="257" y="1"/>
                      </a:moveTo>
                      <a:lnTo>
                        <a:pt x="184" y="37"/>
                      </a:lnTo>
                      <a:lnTo>
                        <a:pt x="147" y="74"/>
                      </a:lnTo>
                      <a:lnTo>
                        <a:pt x="111" y="111"/>
                      </a:lnTo>
                      <a:lnTo>
                        <a:pt x="1" y="184"/>
                      </a:lnTo>
                      <a:lnTo>
                        <a:pt x="37" y="221"/>
                      </a:lnTo>
                      <a:lnTo>
                        <a:pt x="37" y="294"/>
                      </a:lnTo>
                      <a:lnTo>
                        <a:pt x="111" y="551"/>
                      </a:lnTo>
                      <a:lnTo>
                        <a:pt x="184" y="808"/>
                      </a:lnTo>
                      <a:lnTo>
                        <a:pt x="367" y="735"/>
                      </a:lnTo>
                      <a:lnTo>
                        <a:pt x="294" y="551"/>
                      </a:lnTo>
                      <a:lnTo>
                        <a:pt x="257" y="368"/>
                      </a:lnTo>
                      <a:lnTo>
                        <a:pt x="294" y="184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23228;p37">
                  <a:extLst>
                    <a:ext uri="{FF2B5EF4-FFF2-40B4-BE49-F238E27FC236}">
                      <a16:creationId xmlns:a16="http://schemas.microsoft.com/office/drawing/2014/main" id="{1841EBD0-60EA-E248-1B5C-B7336CA771A1}"/>
                    </a:ext>
                  </a:extLst>
                </p:cNvPr>
                <p:cNvSpPr/>
                <p:nvPr/>
              </p:nvSpPr>
              <p:spPr>
                <a:xfrm>
                  <a:off x="6775517" y="1841184"/>
                  <a:ext cx="18373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" h="331" extrusionOk="0">
                      <a:moveTo>
                        <a:pt x="38" y="0"/>
                      </a:moveTo>
                      <a:lnTo>
                        <a:pt x="1" y="183"/>
                      </a:lnTo>
                      <a:lnTo>
                        <a:pt x="74" y="220"/>
                      </a:lnTo>
                      <a:lnTo>
                        <a:pt x="148" y="183"/>
                      </a:lnTo>
                      <a:lnTo>
                        <a:pt x="184" y="183"/>
                      </a:lnTo>
                      <a:lnTo>
                        <a:pt x="221" y="220"/>
                      </a:lnTo>
                      <a:lnTo>
                        <a:pt x="258" y="330"/>
                      </a:lnTo>
                      <a:lnTo>
                        <a:pt x="515" y="330"/>
                      </a:lnTo>
                      <a:lnTo>
                        <a:pt x="515" y="257"/>
                      </a:lnTo>
                      <a:lnTo>
                        <a:pt x="551" y="183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23229;p37">
                  <a:extLst>
                    <a:ext uri="{FF2B5EF4-FFF2-40B4-BE49-F238E27FC236}">
                      <a16:creationId xmlns:a16="http://schemas.microsoft.com/office/drawing/2014/main" id="{EAF5419B-8BFE-A76F-D994-CBE6B4CDE1DC}"/>
                    </a:ext>
                  </a:extLst>
                </p:cNvPr>
                <p:cNvSpPr/>
                <p:nvPr/>
              </p:nvSpPr>
              <p:spPr>
                <a:xfrm>
                  <a:off x="6796287" y="1843614"/>
                  <a:ext cx="23233" cy="22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" h="661" extrusionOk="0">
                      <a:moveTo>
                        <a:pt x="331" y="0"/>
                      </a:moveTo>
                      <a:lnTo>
                        <a:pt x="184" y="74"/>
                      </a:lnTo>
                      <a:lnTo>
                        <a:pt x="37" y="110"/>
                      </a:lnTo>
                      <a:lnTo>
                        <a:pt x="1" y="257"/>
                      </a:lnTo>
                      <a:lnTo>
                        <a:pt x="258" y="257"/>
                      </a:lnTo>
                      <a:lnTo>
                        <a:pt x="294" y="331"/>
                      </a:lnTo>
                      <a:lnTo>
                        <a:pt x="368" y="441"/>
                      </a:lnTo>
                      <a:lnTo>
                        <a:pt x="514" y="551"/>
                      </a:lnTo>
                      <a:lnTo>
                        <a:pt x="551" y="587"/>
                      </a:lnTo>
                      <a:lnTo>
                        <a:pt x="624" y="661"/>
                      </a:lnTo>
                      <a:lnTo>
                        <a:pt x="661" y="587"/>
                      </a:lnTo>
                      <a:lnTo>
                        <a:pt x="698" y="514"/>
                      </a:lnTo>
                      <a:lnTo>
                        <a:pt x="624" y="441"/>
                      </a:lnTo>
                      <a:lnTo>
                        <a:pt x="551" y="367"/>
                      </a:lnTo>
                      <a:lnTo>
                        <a:pt x="478" y="294"/>
                      </a:lnTo>
                      <a:lnTo>
                        <a:pt x="441" y="221"/>
                      </a:lnTo>
                      <a:lnTo>
                        <a:pt x="404" y="110"/>
                      </a:lnTo>
                      <a:lnTo>
                        <a:pt x="404" y="37"/>
                      </a:lnTo>
                      <a:lnTo>
                        <a:pt x="404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23230;p37">
                  <a:extLst>
                    <a:ext uri="{FF2B5EF4-FFF2-40B4-BE49-F238E27FC236}">
                      <a16:creationId xmlns:a16="http://schemas.microsoft.com/office/drawing/2014/main" id="{F767AB14-8677-A280-F486-C12EBBE3ACD5}"/>
                    </a:ext>
                  </a:extLst>
                </p:cNvPr>
                <p:cNvSpPr/>
                <p:nvPr/>
              </p:nvSpPr>
              <p:spPr>
                <a:xfrm>
                  <a:off x="6744995" y="1847275"/>
                  <a:ext cx="39110" cy="7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" h="2276" extrusionOk="0">
                      <a:moveTo>
                        <a:pt x="1065" y="0"/>
                      </a:moveTo>
                      <a:lnTo>
                        <a:pt x="991" y="37"/>
                      </a:lnTo>
                      <a:lnTo>
                        <a:pt x="991" y="111"/>
                      </a:lnTo>
                      <a:lnTo>
                        <a:pt x="918" y="294"/>
                      </a:lnTo>
                      <a:lnTo>
                        <a:pt x="808" y="477"/>
                      </a:lnTo>
                      <a:lnTo>
                        <a:pt x="441" y="1248"/>
                      </a:lnTo>
                      <a:lnTo>
                        <a:pt x="37" y="1982"/>
                      </a:lnTo>
                      <a:lnTo>
                        <a:pt x="1" y="2055"/>
                      </a:lnTo>
                      <a:lnTo>
                        <a:pt x="37" y="2129"/>
                      </a:lnTo>
                      <a:lnTo>
                        <a:pt x="147" y="2239"/>
                      </a:lnTo>
                      <a:lnTo>
                        <a:pt x="294" y="2275"/>
                      </a:lnTo>
                      <a:lnTo>
                        <a:pt x="368" y="2275"/>
                      </a:lnTo>
                      <a:lnTo>
                        <a:pt x="331" y="2202"/>
                      </a:lnTo>
                      <a:lnTo>
                        <a:pt x="257" y="2129"/>
                      </a:lnTo>
                      <a:lnTo>
                        <a:pt x="184" y="2055"/>
                      </a:lnTo>
                      <a:lnTo>
                        <a:pt x="221" y="1945"/>
                      </a:lnTo>
                      <a:lnTo>
                        <a:pt x="331" y="1798"/>
                      </a:lnTo>
                      <a:lnTo>
                        <a:pt x="551" y="1431"/>
                      </a:lnTo>
                      <a:lnTo>
                        <a:pt x="771" y="1101"/>
                      </a:lnTo>
                      <a:lnTo>
                        <a:pt x="1028" y="624"/>
                      </a:lnTo>
                      <a:lnTo>
                        <a:pt x="1138" y="404"/>
                      </a:lnTo>
                      <a:lnTo>
                        <a:pt x="1175" y="147"/>
                      </a:lnTo>
                      <a:lnTo>
                        <a:pt x="1138" y="37"/>
                      </a:lnTo>
                      <a:lnTo>
                        <a:pt x="1101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0" name="Google Shape;23231;p37">
              <a:extLst>
                <a:ext uri="{FF2B5EF4-FFF2-40B4-BE49-F238E27FC236}">
                  <a16:creationId xmlns:a16="http://schemas.microsoft.com/office/drawing/2014/main" id="{6844187A-2AD9-6830-5968-3A7916699BCB}"/>
                </a:ext>
              </a:extLst>
            </p:cNvPr>
            <p:cNvGrpSpPr/>
            <p:nvPr/>
          </p:nvGrpSpPr>
          <p:grpSpPr>
            <a:xfrm rot="3025843">
              <a:off x="7331662" y="2532465"/>
              <a:ext cx="464351" cy="518975"/>
              <a:chOff x="4346193" y="2299468"/>
              <a:chExt cx="566552" cy="633198"/>
            </a:xfrm>
          </p:grpSpPr>
          <p:sp>
            <p:nvSpPr>
              <p:cNvPr id="181" name="Google Shape;23232;p37">
                <a:extLst>
                  <a:ext uri="{FF2B5EF4-FFF2-40B4-BE49-F238E27FC236}">
                    <a16:creationId xmlns:a16="http://schemas.microsoft.com/office/drawing/2014/main" id="{95FBA75E-FC36-3DDE-FF32-ECDAAC351936}"/>
                  </a:ext>
                </a:extLst>
              </p:cNvPr>
              <p:cNvSpPr/>
              <p:nvPr/>
            </p:nvSpPr>
            <p:spPr>
              <a:xfrm>
                <a:off x="4348778" y="2299468"/>
                <a:ext cx="563960" cy="633188"/>
              </a:xfrm>
              <a:custGeom>
                <a:avLst/>
                <a:gdLst/>
                <a:ahLst/>
                <a:cxnLst/>
                <a:rect l="l" t="t" r="r" b="b"/>
                <a:pathLst>
                  <a:path w="8073" h="9064" extrusionOk="0">
                    <a:moveTo>
                      <a:pt x="3156" y="1"/>
                    </a:moveTo>
                    <a:lnTo>
                      <a:pt x="3082" y="37"/>
                    </a:lnTo>
                    <a:lnTo>
                      <a:pt x="3082" y="111"/>
                    </a:lnTo>
                    <a:lnTo>
                      <a:pt x="3046" y="588"/>
                    </a:lnTo>
                    <a:lnTo>
                      <a:pt x="3009" y="1175"/>
                    </a:lnTo>
                    <a:lnTo>
                      <a:pt x="3046" y="1725"/>
                    </a:lnTo>
                    <a:lnTo>
                      <a:pt x="3082" y="2129"/>
                    </a:lnTo>
                    <a:lnTo>
                      <a:pt x="3193" y="2532"/>
                    </a:lnTo>
                    <a:lnTo>
                      <a:pt x="3193" y="2569"/>
                    </a:lnTo>
                    <a:lnTo>
                      <a:pt x="3193" y="2606"/>
                    </a:lnTo>
                    <a:lnTo>
                      <a:pt x="3156" y="2569"/>
                    </a:lnTo>
                    <a:lnTo>
                      <a:pt x="3009" y="2385"/>
                    </a:lnTo>
                    <a:lnTo>
                      <a:pt x="2605" y="1982"/>
                    </a:lnTo>
                    <a:lnTo>
                      <a:pt x="2239" y="1615"/>
                    </a:lnTo>
                    <a:lnTo>
                      <a:pt x="1688" y="1175"/>
                    </a:lnTo>
                    <a:lnTo>
                      <a:pt x="1321" y="881"/>
                    </a:lnTo>
                    <a:lnTo>
                      <a:pt x="918" y="624"/>
                    </a:lnTo>
                    <a:lnTo>
                      <a:pt x="771" y="551"/>
                    </a:lnTo>
                    <a:lnTo>
                      <a:pt x="734" y="588"/>
                    </a:lnTo>
                    <a:lnTo>
                      <a:pt x="698" y="624"/>
                    </a:lnTo>
                    <a:lnTo>
                      <a:pt x="698" y="661"/>
                    </a:lnTo>
                    <a:lnTo>
                      <a:pt x="698" y="698"/>
                    </a:lnTo>
                    <a:lnTo>
                      <a:pt x="734" y="734"/>
                    </a:lnTo>
                    <a:lnTo>
                      <a:pt x="1431" y="1542"/>
                    </a:lnTo>
                    <a:lnTo>
                      <a:pt x="1798" y="2019"/>
                    </a:lnTo>
                    <a:lnTo>
                      <a:pt x="2165" y="2532"/>
                    </a:lnTo>
                    <a:lnTo>
                      <a:pt x="2642" y="3266"/>
                    </a:lnTo>
                    <a:lnTo>
                      <a:pt x="2826" y="3486"/>
                    </a:lnTo>
                    <a:lnTo>
                      <a:pt x="2862" y="3523"/>
                    </a:lnTo>
                    <a:lnTo>
                      <a:pt x="2826" y="3560"/>
                    </a:lnTo>
                    <a:lnTo>
                      <a:pt x="2716" y="3449"/>
                    </a:lnTo>
                    <a:lnTo>
                      <a:pt x="2165" y="3083"/>
                    </a:lnTo>
                    <a:lnTo>
                      <a:pt x="1615" y="2826"/>
                    </a:lnTo>
                    <a:lnTo>
                      <a:pt x="1138" y="2642"/>
                    </a:lnTo>
                    <a:lnTo>
                      <a:pt x="624" y="2496"/>
                    </a:lnTo>
                    <a:lnTo>
                      <a:pt x="441" y="2459"/>
                    </a:lnTo>
                    <a:lnTo>
                      <a:pt x="221" y="2422"/>
                    </a:lnTo>
                    <a:lnTo>
                      <a:pt x="184" y="2422"/>
                    </a:lnTo>
                    <a:lnTo>
                      <a:pt x="74" y="2459"/>
                    </a:lnTo>
                    <a:lnTo>
                      <a:pt x="37" y="2496"/>
                    </a:lnTo>
                    <a:lnTo>
                      <a:pt x="0" y="2569"/>
                    </a:lnTo>
                    <a:lnTo>
                      <a:pt x="0" y="2606"/>
                    </a:lnTo>
                    <a:lnTo>
                      <a:pt x="37" y="2642"/>
                    </a:lnTo>
                    <a:lnTo>
                      <a:pt x="184" y="2679"/>
                    </a:lnTo>
                    <a:lnTo>
                      <a:pt x="441" y="2752"/>
                    </a:lnTo>
                    <a:lnTo>
                      <a:pt x="698" y="2899"/>
                    </a:lnTo>
                    <a:lnTo>
                      <a:pt x="1578" y="3449"/>
                    </a:lnTo>
                    <a:lnTo>
                      <a:pt x="2239" y="3890"/>
                    </a:lnTo>
                    <a:lnTo>
                      <a:pt x="2385" y="3963"/>
                    </a:lnTo>
                    <a:lnTo>
                      <a:pt x="2275" y="3963"/>
                    </a:lnTo>
                    <a:lnTo>
                      <a:pt x="1762" y="3816"/>
                    </a:lnTo>
                    <a:lnTo>
                      <a:pt x="1248" y="3780"/>
                    </a:lnTo>
                    <a:lnTo>
                      <a:pt x="918" y="3743"/>
                    </a:lnTo>
                    <a:lnTo>
                      <a:pt x="771" y="3743"/>
                    </a:lnTo>
                    <a:lnTo>
                      <a:pt x="587" y="3780"/>
                    </a:lnTo>
                    <a:lnTo>
                      <a:pt x="551" y="3816"/>
                    </a:lnTo>
                    <a:lnTo>
                      <a:pt x="514" y="3853"/>
                    </a:lnTo>
                    <a:lnTo>
                      <a:pt x="514" y="3890"/>
                    </a:lnTo>
                    <a:lnTo>
                      <a:pt x="514" y="3926"/>
                    </a:lnTo>
                    <a:lnTo>
                      <a:pt x="551" y="3926"/>
                    </a:lnTo>
                    <a:lnTo>
                      <a:pt x="734" y="3963"/>
                    </a:lnTo>
                    <a:lnTo>
                      <a:pt x="954" y="4000"/>
                    </a:lnTo>
                    <a:lnTo>
                      <a:pt x="1211" y="4073"/>
                    </a:lnTo>
                    <a:lnTo>
                      <a:pt x="1541" y="4183"/>
                    </a:lnTo>
                    <a:lnTo>
                      <a:pt x="2092" y="4330"/>
                    </a:lnTo>
                    <a:lnTo>
                      <a:pt x="2679" y="4550"/>
                    </a:lnTo>
                    <a:lnTo>
                      <a:pt x="2716" y="4550"/>
                    </a:lnTo>
                    <a:lnTo>
                      <a:pt x="2642" y="4770"/>
                    </a:lnTo>
                    <a:lnTo>
                      <a:pt x="2642" y="4991"/>
                    </a:lnTo>
                    <a:lnTo>
                      <a:pt x="2642" y="5284"/>
                    </a:lnTo>
                    <a:lnTo>
                      <a:pt x="2752" y="5541"/>
                    </a:lnTo>
                    <a:lnTo>
                      <a:pt x="2899" y="5871"/>
                    </a:lnTo>
                    <a:lnTo>
                      <a:pt x="3046" y="6165"/>
                    </a:lnTo>
                    <a:lnTo>
                      <a:pt x="3229" y="6568"/>
                    </a:lnTo>
                    <a:lnTo>
                      <a:pt x="3486" y="6972"/>
                    </a:lnTo>
                    <a:lnTo>
                      <a:pt x="3853" y="7449"/>
                    </a:lnTo>
                    <a:lnTo>
                      <a:pt x="4220" y="7889"/>
                    </a:lnTo>
                    <a:lnTo>
                      <a:pt x="4477" y="8183"/>
                    </a:lnTo>
                    <a:lnTo>
                      <a:pt x="4770" y="8476"/>
                    </a:lnTo>
                    <a:lnTo>
                      <a:pt x="4990" y="8623"/>
                    </a:lnTo>
                    <a:lnTo>
                      <a:pt x="5211" y="8770"/>
                    </a:lnTo>
                    <a:lnTo>
                      <a:pt x="5577" y="8916"/>
                    </a:lnTo>
                    <a:lnTo>
                      <a:pt x="5798" y="8990"/>
                    </a:lnTo>
                    <a:lnTo>
                      <a:pt x="6054" y="9027"/>
                    </a:lnTo>
                    <a:lnTo>
                      <a:pt x="6311" y="9063"/>
                    </a:lnTo>
                    <a:lnTo>
                      <a:pt x="6531" y="9027"/>
                    </a:lnTo>
                    <a:lnTo>
                      <a:pt x="6935" y="8916"/>
                    </a:lnTo>
                    <a:lnTo>
                      <a:pt x="7118" y="8843"/>
                    </a:lnTo>
                    <a:lnTo>
                      <a:pt x="7302" y="8733"/>
                    </a:lnTo>
                    <a:lnTo>
                      <a:pt x="7632" y="8476"/>
                    </a:lnTo>
                    <a:lnTo>
                      <a:pt x="7779" y="8329"/>
                    </a:lnTo>
                    <a:lnTo>
                      <a:pt x="7889" y="8146"/>
                    </a:lnTo>
                    <a:lnTo>
                      <a:pt x="7999" y="7962"/>
                    </a:lnTo>
                    <a:lnTo>
                      <a:pt x="8036" y="7742"/>
                    </a:lnTo>
                    <a:lnTo>
                      <a:pt x="8072" y="7596"/>
                    </a:lnTo>
                    <a:lnTo>
                      <a:pt x="8072" y="7412"/>
                    </a:lnTo>
                    <a:lnTo>
                      <a:pt x="8072" y="7192"/>
                    </a:lnTo>
                    <a:lnTo>
                      <a:pt x="7999" y="6898"/>
                    </a:lnTo>
                    <a:lnTo>
                      <a:pt x="7889" y="6458"/>
                    </a:lnTo>
                    <a:lnTo>
                      <a:pt x="7852" y="6311"/>
                    </a:lnTo>
                    <a:lnTo>
                      <a:pt x="7779" y="6165"/>
                    </a:lnTo>
                    <a:lnTo>
                      <a:pt x="7669" y="5981"/>
                    </a:lnTo>
                    <a:lnTo>
                      <a:pt x="7595" y="5798"/>
                    </a:lnTo>
                    <a:lnTo>
                      <a:pt x="7375" y="5504"/>
                    </a:lnTo>
                    <a:lnTo>
                      <a:pt x="7118" y="5101"/>
                    </a:lnTo>
                    <a:lnTo>
                      <a:pt x="6825" y="4770"/>
                    </a:lnTo>
                    <a:lnTo>
                      <a:pt x="6531" y="4440"/>
                    </a:lnTo>
                    <a:lnTo>
                      <a:pt x="6201" y="4147"/>
                    </a:lnTo>
                    <a:lnTo>
                      <a:pt x="5981" y="3963"/>
                    </a:lnTo>
                    <a:lnTo>
                      <a:pt x="5724" y="3780"/>
                    </a:lnTo>
                    <a:lnTo>
                      <a:pt x="5467" y="3596"/>
                    </a:lnTo>
                    <a:lnTo>
                      <a:pt x="5174" y="3449"/>
                    </a:lnTo>
                    <a:lnTo>
                      <a:pt x="4954" y="3376"/>
                    </a:lnTo>
                    <a:lnTo>
                      <a:pt x="4697" y="3303"/>
                    </a:lnTo>
                    <a:lnTo>
                      <a:pt x="4477" y="3303"/>
                    </a:lnTo>
                    <a:lnTo>
                      <a:pt x="4440" y="3119"/>
                    </a:lnTo>
                    <a:lnTo>
                      <a:pt x="4367" y="2275"/>
                    </a:lnTo>
                    <a:lnTo>
                      <a:pt x="4367" y="1835"/>
                    </a:lnTo>
                    <a:lnTo>
                      <a:pt x="4403" y="1395"/>
                    </a:lnTo>
                    <a:lnTo>
                      <a:pt x="4477" y="881"/>
                    </a:lnTo>
                    <a:lnTo>
                      <a:pt x="4477" y="808"/>
                    </a:lnTo>
                    <a:lnTo>
                      <a:pt x="4477" y="771"/>
                    </a:lnTo>
                    <a:lnTo>
                      <a:pt x="4440" y="771"/>
                    </a:lnTo>
                    <a:lnTo>
                      <a:pt x="4367" y="808"/>
                    </a:lnTo>
                    <a:lnTo>
                      <a:pt x="4293" y="954"/>
                    </a:lnTo>
                    <a:lnTo>
                      <a:pt x="4147" y="1358"/>
                    </a:lnTo>
                    <a:lnTo>
                      <a:pt x="4000" y="1835"/>
                    </a:lnTo>
                    <a:lnTo>
                      <a:pt x="3926" y="2385"/>
                    </a:lnTo>
                    <a:lnTo>
                      <a:pt x="3926" y="2569"/>
                    </a:lnTo>
                    <a:lnTo>
                      <a:pt x="3853" y="2532"/>
                    </a:lnTo>
                    <a:lnTo>
                      <a:pt x="3633" y="2019"/>
                    </a:lnTo>
                    <a:lnTo>
                      <a:pt x="3449" y="1468"/>
                    </a:lnTo>
                    <a:lnTo>
                      <a:pt x="3339" y="1065"/>
                    </a:lnTo>
                    <a:lnTo>
                      <a:pt x="3303" y="624"/>
                    </a:lnTo>
                    <a:lnTo>
                      <a:pt x="3229" y="111"/>
                    </a:lnTo>
                    <a:lnTo>
                      <a:pt x="3229" y="37"/>
                    </a:lnTo>
                    <a:lnTo>
                      <a:pt x="3193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2" name="Google Shape;23233;p37">
                <a:extLst>
                  <a:ext uri="{FF2B5EF4-FFF2-40B4-BE49-F238E27FC236}">
                    <a16:creationId xmlns:a16="http://schemas.microsoft.com/office/drawing/2014/main" id="{83697A7C-00F0-99EA-6D37-23B4E4DFA237}"/>
                  </a:ext>
                </a:extLst>
              </p:cNvPr>
              <p:cNvGrpSpPr/>
              <p:nvPr/>
            </p:nvGrpSpPr>
            <p:grpSpPr>
              <a:xfrm>
                <a:off x="4346193" y="2299469"/>
                <a:ext cx="566552" cy="633197"/>
                <a:chOff x="6862252" y="467528"/>
                <a:chExt cx="269941" cy="301695"/>
              </a:xfrm>
            </p:grpSpPr>
            <p:sp>
              <p:nvSpPr>
                <p:cNvPr id="183" name="Google Shape;23234;p37">
                  <a:extLst>
                    <a:ext uri="{FF2B5EF4-FFF2-40B4-BE49-F238E27FC236}">
                      <a16:creationId xmlns:a16="http://schemas.microsoft.com/office/drawing/2014/main" id="{2E679BE0-8083-9FE7-4405-CBFBACF8178B}"/>
                    </a:ext>
                  </a:extLst>
                </p:cNvPr>
                <p:cNvSpPr/>
                <p:nvPr/>
              </p:nvSpPr>
              <p:spPr>
                <a:xfrm>
                  <a:off x="6862252" y="467528"/>
                  <a:ext cx="150248" cy="151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4" h="4551" extrusionOk="0">
                      <a:moveTo>
                        <a:pt x="3156" y="1"/>
                      </a:moveTo>
                      <a:lnTo>
                        <a:pt x="3119" y="38"/>
                      </a:lnTo>
                      <a:lnTo>
                        <a:pt x="3083" y="111"/>
                      </a:lnTo>
                      <a:lnTo>
                        <a:pt x="3046" y="588"/>
                      </a:lnTo>
                      <a:lnTo>
                        <a:pt x="3009" y="1175"/>
                      </a:lnTo>
                      <a:lnTo>
                        <a:pt x="3046" y="1725"/>
                      </a:lnTo>
                      <a:lnTo>
                        <a:pt x="3119" y="2129"/>
                      </a:lnTo>
                      <a:lnTo>
                        <a:pt x="3193" y="2533"/>
                      </a:lnTo>
                      <a:lnTo>
                        <a:pt x="3193" y="2569"/>
                      </a:lnTo>
                      <a:lnTo>
                        <a:pt x="3193" y="2606"/>
                      </a:lnTo>
                      <a:lnTo>
                        <a:pt x="3156" y="2569"/>
                      </a:lnTo>
                      <a:lnTo>
                        <a:pt x="3009" y="2386"/>
                      </a:lnTo>
                      <a:lnTo>
                        <a:pt x="2642" y="1982"/>
                      </a:lnTo>
                      <a:lnTo>
                        <a:pt x="2239" y="1615"/>
                      </a:lnTo>
                      <a:lnTo>
                        <a:pt x="1725" y="1175"/>
                      </a:lnTo>
                      <a:lnTo>
                        <a:pt x="1322" y="882"/>
                      </a:lnTo>
                      <a:lnTo>
                        <a:pt x="955" y="625"/>
                      </a:lnTo>
                      <a:lnTo>
                        <a:pt x="808" y="551"/>
                      </a:lnTo>
                      <a:lnTo>
                        <a:pt x="735" y="551"/>
                      </a:lnTo>
                      <a:lnTo>
                        <a:pt x="698" y="625"/>
                      </a:lnTo>
                      <a:lnTo>
                        <a:pt x="698" y="661"/>
                      </a:lnTo>
                      <a:lnTo>
                        <a:pt x="698" y="698"/>
                      </a:lnTo>
                      <a:lnTo>
                        <a:pt x="771" y="735"/>
                      </a:lnTo>
                      <a:lnTo>
                        <a:pt x="1432" y="1542"/>
                      </a:lnTo>
                      <a:lnTo>
                        <a:pt x="1799" y="2019"/>
                      </a:lnTo>
                      <a:lnTo>
                        <a:pt x="2165" y="2533"/>
                      </a:lnTo>
                      <a:lnTo>
                        <a:pt x="2679" y="3266"/>
                      </a:lnTo>
                      <a:lnTo>
                        <a:pt x="2826" y="3487"/>
                      </a:lnTo>
                      <a:lnTo>
                        <a:pt x="2863" y="3523"/>
                      </a:lnTo>
                      <a:lnTo>
                        <a:pt x="2863" y="3560"/>
                      </a:lnTo>
                      <a:lnTo>
                        <a:pt x="2716" y="3450"/>
                      </a:lnTo>
                      <a:lnTo>
                        <a:pt x="2202" y="3083"/>
                      </a:lnTo>
                      <a:lnTo>
                        <a:pt x="1652" y="2826"/>
                      </a:lnTo>
                      <a:lnTo>
                        <a:pt x="1138" y="2643"/>
                      </a:lnTo>
                      <a:lnTo>
                        <a:pt x="661" y="2496"/>
                      </a:lnTo>
                      <a:lnTo>
                        <a:pt x="441" y="2459"/>
                      </a:lnTo>
                      <a:lnTo>
                        <a:pt x="221" y="2423"/>
                      </a:lnTo>
                      <a:lnTo>
                        <a:pt x="74" y="2459"/>
                      </a:lnTo>
                      <a:lnTo>
                        <a:pt x="37" y="2496"/>
                      </a:lnTo>
                      <a:lnTo>
                        <a:pt x="1" y="2569"/>
                      </a:lnTo>
                      <a:lnTo>
                        <a:pt x="37" y="2606"/>
                      </a:lnTo>
                      <a:lnTo>
                        <a:pt x="74" y="2643"/>
                      </a:lnTo>
                      <a:lnTo>
                        <a:pt x="184" y="2679"/>
                      </a:lnTo>
                      <a:lnTo>
                        <a:pt x="478" y="2753"/>
                      </a:lnTo>
                      <a:lnTo>
                        <a:pt x="698" y="2900"/>
                      </a:lnTo>
                      <a:lnTo>
                        <a:pt x="1615" y="3450"/>
                      </a:lnTo>
                      <a:lnTo>
                        <a:pt x="2276" y="3890"/>
                      </a:lnTo>
                      <a:lnTo>
                        <a:pt x="2386" y="3964"/>
                      </a:lnTo>
                      <a:lnTo>
                        <a:pt x="2276" y="3964"/>
                      </a:lnTo>
                      <a:lnTo>
                        <a:pt x="1762" y="3817"/>
                      </a:lnTo>
                      <a:lnTo>
                        <a:pt x="1248" y="3780"/>
                      </a:lnTo>
                      <a:lnTo>
                        <a:pt x="808" y="3743"/>
                      </a:lnTo>
                      <a:lnTo>
                        <a:pt x="624" y="3780"/>
                      </a:lnTo>
                      <a:lnTo>
                        <a:pt x="551" y="3817"/>
                      </a:lnTo>
                      <a:lnTo>
                        <a:pt x="514" y="3854"/>
                      </a:lnTo>
                      <a:lnTo>
                        <a:pt x="514" y="3890"/>
                      </a:lnTo>
                      <a:lnTo>
                        <a:pt x="551" y="3927"/>
                      </a:lnTo>
                      <a:lnTo>
                        <a:pt x="735" y="3964"/>
                      </a:lnTo>
                      <a:lnTo>
                        <a:pt x="955" y="4000"/>
                      </a:lnTo>
                      <a:lnTo>
                        <a:pt x="1212" y="4074"/>
                      </a:lnTo>
                      <a:lnTo>
                        <a:pt x="1542" y="4184"/>
                      </a:lnTo>
                      <a:lnTo>
                        <a:pt x="2129" y="4330"/>
                      </a:lnTo>
                      <a:lnTo>
                        <a:pt x="2679" y="4551"/>
                      </a:lnTo>
                      <a:lnTo>
                        <a:pt x="2863" y="4551"/>
                      </a:lnTo>
                      <a:lnTo>
                        <a:pt x="2899" y="4514"/>
                      </a:lnTo>
                      <a:lnTo>
                        <a:pt x="2973" y="4477"/>
                      </a:lnTo>
                      <a:lnTo>
                        <a:pt x="3046" y="4330"/>
                      </a:lnTo>
                      <a:lnTo>
                        <a:pt x="3193" y="4220"/>
                      </a:lnTo>
                      <a:lnTo>
                        <a:pt x="3266" y="4110"/>
                      </a:lnTo>
                      <a:lnTo>
                        <a:pt x="3560" y="3890"/>
                      </a:lnTo>
                      <a:lnTo>
                        <a:pt x="3743" y="3780"/>
                      </a:lnTo>
                      <a:lnTo>
                        <a:pt x="3927" y="3707"/>
                      </a:lnTo>
                      <a:lnTo>
                        <a:pt x="4037" y="3670"/>
                      </a:lnTo>
                      <a:lnTo>
                        <a:pt x="4147" y="3597"/>
                      </a:lnTo>
                      <a:lnTo>
                        <a:pt x="4294" y="3560"/>
                      </a:lnTo>
                      <a:lnTo>
                        <a:pt x="4330" y="3560"/>
                      </a:lnTo>
                      <a:lnTo>
                        <a:pt x="4367" y="3523"/>
                      </a:lnTo>
                      <a:lnTo>
                        <a:pt x="4440" y="3487"/>
                      </a:lnTo>
                      <a:lnTo>
                        <a:pt x="4477" y="3450"/>
                      </a:lnTo>
                      <a:lnTo>
                        <a:pt x="4477" y="3377"/>
                      </a:lnTo>
                      <a:lnTo>
                        <a:pt x="4477" y="3120"/>
                      </a:lnTo>
                      <a:lnTo>
                        <a:pt x="4404" y="2276"/>
                      </a:lnTo>
                      <a:lnTo>
                        <a:pt x="4367" y="1836"/>
                      </a:lnTo>
                      <a:lnTo>
                        <a:pt x="4404" y="1395"/>
                      </a:lnTo>
                      <a:lnTo>
                        <a:pt x="4477" y="882"/>
                      </a:lnTo>
                      <a:lnTo>
                        <a:pt x="4514" y="808"/>
                      </a:lnTo>
                      <a:lnTo>
                        <a:pt x="4477" y="771"/>
                      </a:lnTo>
                      <a:lnTo>
                        <a:pt x="4440" y="771"/>
                      </a:lnTo>
                      <a:lnTo>
                        <a:pt x="4367" y="808"/>
                      </a:lnTo>
                      <a:lnTo>
                        <a:pt x="4294" y="955"/>
                      </a:lnTo>
                      <a:lnTo>
                        <a:pt x="4147" y="1359"/>
                      </a:lnTo>
                      <a:lnTo>
                        <a:pt x="4000" y="1836"/>
                      </a:lnTo>
                      <a:lnTo>
                        <a:pt x="3927" y="2386"/>
                      </a:lnTo>
                      <a:lnTo>
                        <a:pt x="3927" y="2569"/>
                      </a:lnTo>
                      <a:lnTo>
                        <a:pt x="3890" y="2533"/>
                      </a:lnTo>
                      <a:lnTo>
                        <a:pt x="3633" y="2019"/>
                      </a:lnTo>
                      <a:lnTo>
                        <a:pt x="3450" y="1469"/>
                      </a:lnTo>
                      <a:lnTo>
                        <a:pt x="3376" y="1065"/>
                      </a:lnTo>
                      <a:lnTo>
                        <a:pt x="3303" y="625"/>
                      </a:lnTo>
                      <a:lnTo>
                        <a:pt x="3266" y="111"/>
                      </a:lnTo>
                      <a:lnTo>
                        <a:pt x="3230" y="38"/>
                      </a:lnTo>
                      <a:lnTo>
                        <a:pt x="319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23235;p37">
                  <a:extLst>
                    <a:ext uri="{FF2B5EF4-FFF2-40B4-BE49-F238E27FC236}">
                      <a16:creationId xmlns:a16="http://schemas.microsoft.com/office/drawing/2014/main" id="{DB6FD99A-6563-0740-B06C-1D56AC252FDF}"/>
                    </a:ext>
                  </a:extLst>
                </p:cNvPr>
                <p:cNvSpPr/>
                <p:nvPr/>
              </p:nvSpPr>
              <p:spPr>
                <a:xfrm>
                  <a:off x="6950191" y="577468"/>
                  <a:ext cx="182002" cy="191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8" h="5761" extrusionOk="0">
                      <a:moveTo>
                        <a:pt x="1542" y="0"/>
                      </a:moveTo>
                      <a:lnTo>
                        <a:pt x="1358" y="37"/>
                      </a:lnTo>
                      <a:lnTo>
                        <a:pt x="1175" y="110"/>
                      </a:lnTo>
                      <a:lnTo>
                        <a:pt x="844" y="294"/>
                      </a:lnTo>
                      <a:lnTo>
                        <a:pt x="698" y="404"/>
                      </a:lnTo>
                      <a:lnTo>
                        <a:pt x="551" y="551"/>
                      </a:lnTo>
                      <a:lnTo>
                        <a:pt x="294" y="807"/>
                      </a:lnTo>
                      <a:lnTo>
                        <a:pt x="184" y="1027"/>
                      </a:lnTo>
                      <a:lnTo>
                        <a:pt x="111" y="1211"/>
                      </a:lnTo>
                      <a:lnTo>
                        <a:pt x="37" y="1431"/>
                      </a:lnTo>
                      <a:lnTo>
                        <a:pt x="0" y="1688"/>
                      </a:lnTo>
                      <a:lnTo>
                        <a:pt x="37" y="1981"/>
                      </a:lnTo>
                      <a:lnTo>
                        <a:pt x="111" y="2238"/>
                      </a:lnTo>
                      <a:lnTo>
                        <a:pt x="257" y="2569"/>
                      </a:lnTo>
                      <a:lnTo>
                        <a:pt x="404" y="2862"/>
                      </a:lnTo>
                      <a:lnTo>
                        <a:pt x="624" y="3266"/>
                      </a:lnTo>
                      <a:lnTo>
                        <a:pt x="881" y="3669"/>
                      </a:lnTo>
                      <a:lnTo>
                        <a:pt x="1211" y="4146"/>
                      </a:lnTo>
                      <a:lnTo>
                        <a:pt x="1578" y="4587"/>
                      </a:lnTo>
                      <a:lnTo>
                        <a:pt x="1835" y="4880"/>
                      </a:lnTo>
                      <a:lnTo>
                        <a:pt x="2129" y="5174"/>
                      </a:lnTo>
                      <a:lnTo>
                        <a:pt x="2349" y="5320"/>
                      </a:lnTo>
                      <a:lnTo>
                        <a:pt x="2569" y="5467"/>
                      </a:lnTo>
                      <a:lnTo>
                        <a:pt x="2936" y="5614"/>
                      </a:lnTo>
                      <a:lnTo>
                        <a:pt x="3193" y="5687"/>
                      </a:lnTo>
                      <a:lnTo>
                        <a:pt x="3413" y="5724"/>
                      </a:lnTo>
                      <a:lnTo>
                        <a:pt x="3670" y="5761"/>
                      </a:lnTo>
                      <a:lnTo>
                        <a:pt x="3926" y="5724"/>
                      </a:lnTo>
                      <a:lnTo>
                        <a:pt x="4293" y="5614"/>
                      </a:lnTo>
                      <a:lnTo>
                        <a:pt x="4513" y="5540"/>
                      </a:lnTo>
                      <a:lnTo>
                        <a:pt x="4660" y="5430"/>
                      </a:lnTo>
                      <a:lnTo>
                        <a:pt x="4990" y="5174"/>
                      </a:lnTo>
                      <a:lnTo>
                        <a:pt x="5137" y="5027"/>
                      </a:lnTo>
                      <a:lnTo>
                        <a:pt x="5284" y="4843"/>
                      </a:lnTo>
                      <a:lnTo>
                        <a:pt x="5357" y="4660"/>
                      </a:lnTo>
                      <a:lnTo>
                        <a:pt x="5431" y="4440"/>
                      </a:lnTo>
                      <a:lnTo>
                        <a:pt x="5431" y="4293"/>
                      </a:lnTo>
                      <a:lnTo>
                        <a:pt x="5467" y="4110"/>
                      </a:lnTo>
                      <a:lnTo>
                        <a:pt x="5431" y="3889"/>
                      </a:lnTo>
                      <a:lnTo>
                        <a:pt x="5394" y="3596"/>
                      </a:lnTo>
                      <a:lnTo>
                        <a:pt x="5247" y="3156"/>
                      </a:lnTo>
                      <a:lnTo>
                        <a:pt x="5211" y="3009"/>
                      </a:lnTo>
                      <a:lnTo>
                        <a:pt x="5137" y="2862"/>
                      </a:lnTo>
                      <a:lnTo>
                        <a:pt x="5064" y="2679"/>
                      </a:lnTo>
                      <a:lnTo>
                        <a:pt x="4954" y="2495"/>
                      </a:lnTo>
                      <a:lnTo>
                        <a:pt x="4770" y="2202"/>
                      </a:lnTo>
                      <a:lnTo>
                        <a:pt x="4513" y="1798"/>
                      </a:lnTo>
                      <a:lnTo>
                        <a:pt x="4220" y="1468"/>
                      </a:lnTo>
                      <a:lnTo>
                        <a:pt x="3890" y="1138"/>
                      </a:lnTo>
                      <a:lnTo>
                        <a:pt x="3596" y="844"/>
                      </a:lnTo>
                      <a:lnTo>
                        <a:pt x="3339" y="661"/>
                      </a:lnTo>
                      <a:lnTo>
                        <a:pt x="3119" y="477"/>
                      </a:lnTo>
                      <a:lnTo>
                        <a:pt x="2826" y="294"/>
                      </a:lnTo>
                      <a:lnTo>
                        <a:pt x="2569" y="147"/>
                      </a:lnTo>
                      <a:lnTo>
                        <a:pt x="2312" y="74"/>
                      </a:lnTo>
                      <a:lnTo>
                        <a:pt x="20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23236;p37">
                  <a:extLst>
                    <a:ext uri="{FF2B5EF4-FFF2-40B4-BE49-F238E27FC236}">
                      <a16:creationId xmlns:a16="http://schemas.microsoft.com/office/drawing/2014/main" id="{53DF9176-630D-BF15-FB90-1D657E2B0E5A}"/>
                    </a:ext>
                  </a:extLst>
                </p:cNvPr>
                <p:cNvSpPr/>
                <p:nvPr/>
              </p:nvSpPr>
              <p:spPr>
                <a:xfrm>
                  <a:off x="6963638" y="588453"/>
                  <a:ext cx="156340" cy="172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7" h="5174" extrusionOk="0">
                      <a:moveTo>
                        <a:pt x="1174" y="184"/>
                      </a:moveTo>
                      <a:lnTo>
                        <a:pt x="1284" y="294"/>
                      </a:lnTo>
                      <a:lnTo>
                        <a:pt x="1468" y="404"/>
                      </a:lnTo>
                      <a:lnTo>
                        <a:pt x="1761" y="587"/>
                      </a:lnTo>
                      <a:lnTo>
                        <a:pt x="1798" y="624"/>
                      </a:lnTo>
                      <a:lnTo>
                        <a:pt x="1798" y="661"/>
                      </a:lnTo>
                      <a:lnTo>
                        <a:pt x="1835" y="954"/>
                      </a:lnTo>
                      <a:lnTo>
                        <a:pt x="1871" y="1285"/>
                      </a:lnTo>
                      <a:lnTo>
                        <a:pt x="1798" y="1285"/>
                      </a:lnTo>
                      <a:lnTo>
                        <a:pt x="1541" y="1138"/>
                      </a:lnTo>
                      <a:lnTo>
                        <a:pt x="1321" y="1028"/>
                      </a:lnTo>
                      <a:lnTo>
                        <a:pt x="1248" y="991"/>
                      </a:lnTo>
                      <a:lnTo>
                        <a:pt x="1248" y="954"/>
                      </a:lnTo>
                      <a:lnTo>
                        <a:pt x="1211" y="918"/>
                      </a:lnTo>
                      <a:lnTo>
                        <a:pt x="1211" y="734"/>
                      </a:lnTo>
                      <a:lnTo>
                        <a:pt x="1138" y="257"/>
                      </a:lnTo>
                      <a:lnTo>
                        <a:pt x="1138" y="221"/>
                      </a:lnTo>
                      <a:lnTo>
                        <a:pt x="1138" y="184"/>
                      </a:lnTo>
                      <a:close/>
                      <a:moveTo>
                        <a:pt x="2018" y="734"/>
                      </a:moveTo>
                      <a:lnTo>
                        <a:pt x="2202" y="844"/>
                      </a:lnTo>
                      <a:lnTo>
                        <a:pt x="2385" y="954"/>
                      </a:lnTo>
                      <a:lnTo>
                        <a:pt x="2422" y="991"/>
                      </a:lnTo>
                      <a:lnTo>
                        <a:pt x="2458" y="991"/>
                      </a:lnTo>
                      <a:lnTo>
                        <a:pt x="2495" y="1064"/>
                      </a:lnTo>
                      <a:lnTo>
                        <a:pt x="2568" y="1505"/>
                      </a:lnTo>
                      <a:lnTo>
                        <a:pt x="2568" y="1578"/>
                      </a:lnTo>
                      <a:lnTo>
                        <a:pt x="2495" y="1578"/>
                      </a:lnTo>
                      <a:lnTo>
                        <a:pt x="2055" y="1395"/>
                      </a:lnTo>
                      <a:lnTo>
                        <a:pt x="2018" y="1395"/>
                      </a:lnTo>
                      <a:lnTo>
                        <a:pt x="1981" y="1358"/>
                      </a:lnTo>
                      <a:lnTo>
                        <a:pt x="1981" y="1321"/>
                      </a:lnTo>
                      <a:lnTo>
                        <a:pt x="1945" y="1101"/>
                      </a:lnTo>
                      <a:lnTo>
                        <a:pt x="1908" y="881"/>
                      </a:lnTo>
                      <a:lnTo>
                        <a:pt x="1908" y="771"/>
                      </a:lnTo>
                      <a:lnTo>
                        <a:pt x="1908" y="734"/>
                      </a:lnTo>
                      <a:close/>
                      <a:moveTo>
                        <a:pt x="2679" y="1064"/>
                      </a:moveTo>
                      <a:lnTo>
                        <a:pt x="2935" y="1174"/>
                      </a:lnTo>
                      <a:lnTo>
                        <a:pt x="3192" y="1211"/>
                      </a:lnTo>
                      <a:lnTo>
                        <a:pt x="3266" y="1248"/>
                      </a:lnTo>
                      <a:lnTo>
                        <a:pt x="3266" y="1285"/>
                      </a:lnTo>
                      <a:lnTo>
                        <a:pt x="3339" y="1688"/>
                      </a:lnTo>
                      <a:lnTo>
                        <a:pt x="3339" y="1762"/>
                      </a:lnTo>
                      <a:lnTo>
                        <a:pt x="3266" y="1762"/>
                      </a:lnTo>
                      <a:lnTo>
                        <a:pt x="2825" y="1688"/>
                      </a:lnTo>
                      <a:lnTo>
                        <a:pt x="2715" y="1651"/>
                      </a:lnTo>
                      <a:lnTo>
                        <a:pt x="2679" y="1615"/>
                      </a:lnTo>
                      <a:lnTo>
                        <a:pt x="2679" y="1578"/>
                      </a:lnTo>
                      <a:lnTo>
                        <a:pt x="2605" y="1101"/>
                      </a:lnTo>
                      <a:lnTo>
                        <a:pt x="2605" y="1064"/>
                      </a:lnTo>
                      <a:close/>
                      <a:moveTo>
                        <a:pt x="1284" y="1101"/>
                      </a:moveTo>
                      <a:lnTo>
                        <a:pt x="1321" y="1138"/>
                      </a:lnTo>
                      <a:lnTo>
                        <a:pt x="1504" y="1248"/>
                      </a:lnTo>
                      <a:lnTo>
                        <a:pt x="1725" y="1358"/>
                      </a:lnTo>
                      <a:lnTo>
                        <a:pt x="1798" y="1395"/>
                      </a:lnTo>
                      <a:lnTo>
                        <a:pt x="1871" y="1431"/>
                      </a:lnTo>
                      <a:lnTo>
                        <a:pt x="1871" y="1505"/>
                      </a:lnTo>
                      <a:lnTo>
                        <a:pt x="1871" y="1762"/>
                      </a:lnTo>
                      <a:lnTo>
                        <a:pt x="1871" y="1945"/>
                      </a:lnTo>
                      <a:lnTo>
                        <a:pt x="1835" y="1945"/>
                      </a:lnTo>
                      <a:lnTo>
                        <a:pt x="1468" y="1798"/>
                      </a:lnTo>
                      <a:lnTo>
                        <a:pt x="1248" y="1688"/>
                      </a:lnTo>
                      <a:lnTo>
                        <a:pt x="1211" y="1651"/>
                      </a:lnTo>
                      <a:lnTo>
                        <a:pt x="1211" y="1578"/>
                      </a:lnTo>
                      <a:lnTo>
                        <a:pt x="1211" y="1138"/>
                      </a:lnTo>
                      <a:lnTo>
                        <a:pt x="1248" y="1101"/>
                      </a:lnTo>
                      <a:close/>
                      <a:moveTo>
                        <a:pt x="2018" y="1505"/>
                      </a:moveTo>
                      <a:lnTo>
                        <a:pt x="2091" y="1541"/>
                      </a:lnTo>
                      <a:lnTo>
                        <a:pt x="2495" y="1725"/>
                      </a:lnTo>
                      <a:lnTo>
                        <a:pt x="2568" y="1762"/>
                      </a:lnTo>
                      <a:lnTo>
                        <a:pt x="2568" y="1798"/>
                      </a:lnTo>
                      <a:lnTo>
                        <a:pt x="2605" y="2165"/>
                      </a:lnTo>
                      <a:lnTo>
                        <a:pt x="2568" y="2239"/>
                      </a:lnTo>
                      <a:lnTo>
                        <a:pt x="2532" y="2239"/>
                      </a:lnTo>
                      <a:lnTo>
                        <a:pt x="2202" y="2128"/>
                      </a:lnTo>
                      <a:lnTo>
                        <a:pt x="2091" y="2055"/>
                      </a:lnTo>
                      <a:lnTo>
                        <a:pt x="1981" y="2018"/>
                      </a:lnTo>
                      <a:lnTo>
                        <a:pt x="1981" y="1982"/>
                      </a:lnTo>
                      <a:lnTo>
                        <a:pt x="1945" y="1908"/>
                      </a:lnTo>
                      <a:lnTo>
                        <a:pt x="1981" y="1615"/>
                      </a:lnTo>
                      <a:lnTo>
                        <a:pt x="1981" y="1541"/>
                      </a:lnTo>
                      <a:lnTo>
                        <a:pt x="1981" y="1505"/>
                      </a:lnTo>
                      <a:close/>
                      <a:moveTo>
                        <a:pt x="550" y="1358"/>
                      </a:moveTo>
                      <a:lnTo>
                        <a:pt x="587" y="1395"/>
                      </a:lnTo>
                      <a:lnTo>
                        <a:pt x="807" y="1541"/>
                      </a:lnTo>
                      <a:lnTo>
                        <a:pt x="1064" y="1688"/>
                      </a:lnTo>
                      <a:lnTo>
                        <a:pt x="1101" y="1725"/>
                      </a:lnTo>
                      <a:lnTo>
                        <a:pt x="1101" y="1762"/>
                      </a:lnTo>
                      <a:lnTo>
                        <a:pt x="1027" y="2239"/>
                      </a:lnTo>
                      <a:lnTo>
                        <a:pt x="1027" y="2275"/>
                      </a:lnTo>
                      <a:lnTo>
                        <a:pt x="991" y="2275"/>
                      </a:lnTo>
                      <a:lnTo>
                        <a:pt x="807" y="2128"/>
                      </a:lnTo>
                      <a:lnTo>
                        <a:pt x="550" y="1982"/>
                      </a:lnTo>
                      <a:lnTo>
                        <a:pt x="514" y="1945"/>
                      </a:lnTo>
                      <a:lnTo>
                        <a:pt x="477" y="1872"/>
                      </a:lnTo>
                      <a:lnTo>
                        <a:pt x="514" y="1395"/>
                      </a:lnTo>
                      <a:lnTo>
                        <a:pt x="550" y="1358"/>
                      </a:lnTo>
                      <a:close/>
                      <a:moveTo>
                        <a:pt x="2789" y="1798"/>
                      </a:moveTo>
                      <a:lnTo>
                        <a:pt x="3266" y="1872"/>
                      </a:lnTo>
                      <a:lnTo>
                        <a:pt x="3339" y="1872"/>
                      </a:lnTo>
                      <a:lnTo>
                        <a:pt x="3376" y="1908"/>
                      </a:lnTo>
                      <a:lnTo>
                        <a:pt x="3376" y="1982"/>
                      </a:lnTo>
                      <a:lnTo>
                        <a:pt x="3412" y="2385"/>
                      </a:lnTo>
                      <a:lnTo>
                        <a:pt x="3412" y="2422"/>
                      </a:lnTo>
                      <a:lnTo>
                        <a:pt x="3376" y="2459"/>
                      </a:lnTo>
                      <a:lnTo>
                        <a:pt x="3119" y="2385"/>
                      </a:lnTo>
                      <a:lnTo>
                        <a:pt x="2825" y="2312"/>
                      </a:lnTo>
                      <a:lnTo>
                        <a:pt x="2752" y="2312"/>
                      </a:lnTo>
                      <a:lnTo>
                        <a:pt x="2715" y="2275"/>
                      </a:lnTo>
                      <a:lnTo>
                        <a:pt x="2679" y="2202"/>
                      </a:lnTo>
                      <a:lnTo>
                        <a:pt x="2679" y="1835"/>
                      </a:lnTo>
                      <a:lnTo>
                        <a:pt x="2679" y="1798"/>
                      </a:lnTo>
                      <a:close/>
                      <a:moveTo>
                        <a:pt x="1211" y="1798"/>
                      </a:moveTo>
                      <a:lnTo>
                        <a:pt x="1321" y="1835"/>
                      </a:lnTo>
                      <a:lnTo>
                        <a:pt x="1798" y="2055"/>
                      </a:lnTo>
                      <a:lnTo>
                        <a:pt x="1835" y="2092"/>
                      </a:lnTo>
                      <a:lnTo>
                        <a:pt x="1835" y="2165"/>
                      </a:lnTo>
                      <a:lnTo>
                        <a:pt x="1798" y="2642"/>
                      </a:lnTo>
                      <a:lnTo>
                        <a:pt x="1761" y="2679"/>
                      </a:lnTo>
                      <a:lnTo>
                        <a:pt x="1688" y="2679"/>
                      </a:lnTo>
                      <a:lnTo>
                        <a:pt x="1468" y="2569"/>
                      </a:lnTo>
                      <a:lnTo>
                        <a:pt x="1174" y="2385"/>
                      </a:lnTo>
                      <a:lnTo>
                        <a:pt x="1138" y="2349"/>
                      </a:lnTo>
                      <a:lnTo>
                        <a:pt x="1101" y="2312"/>
                      </a:lnTo>
                      <a:lnTo>
                        <a:pt x="1138" y="2275"/>
                      </a:lnTo>
                      <a:lnTo>
                        <a:pt x="1174" y="1872"/>
                      </a:lnTo>
                      <a:lnTo>
                        <a:pt x="1174" y="1835"/>
                      </a:lnTo>
                      <a:lnTo>
                        <a:pt x="1211" y="1798"/>
                      </a:lnTo>
                      <a:close/>
                      <a:moveTo>
                        <a:pt x="2018" y="2165"/>
                      </a:moveTo>
                      <a:lnTo>
                        <a:pt x="2532" y="2349"/>
                      </a:lnTo>
                      <a:lnTo>
                        <a:pt x="2568" y="2385"/>
                      </a:lnTo>
                      <a:lnTo>
                        <a:pt x="2568" y="2459"/>
                      </a:lnTo>
                      <a:lnTo>
                        <a:pt x="2568" y="2936"/>
                      </a:lnTo>
                      <a:lnTo>
                        <a:pt x="2568" y="2972"/>
                      </a:lnTo>
                      <a:lnTo>
                        <a:pt x="2532" y="3009"/>
                      </a:lnTo>
                      <a:lnTo>
                        <a:pt x="2458" y="2972"/>
                      </a:lnTo>
                      <a:lnTo>
                        <a:pt x="1945" y="2789"/>
                      </a:lnTo>
                      <a:lnTo>
                        <a:pt x="1908" y="2789"/>
                      </a:lnTo>
                      <a:lnTo>
                        <a:pt x="1871" y="2752"/>
                      </a:lnTo>
                      <a:lnTo>
                        <a:pt x="1871" y="2679"/>
                      </a:lnTo>
                      <a:lnTo>
                        <a:pt x="1908" y="2495"/>
                      </a:lnTo>
                      <a:lnTo>
                        <a:pt x="1945" y="2239"/>
                      </a:lnTo>
                      <a:lnTo>
                        <a:pt x="1945" y="2165"/>
                      </a:lnTo>
                      <a:close/>
                      <a:moveTo>
                        <a:pt x="2715" y="2422"/>
                      </a:moveTo>
                      <a:lnTo>
                        <a:pt x="2789" y="2459"/>
                      </a:lnTo>
                      <a:lnTo>
                        <a:pt x="3266" y="2532"/>
                      </a:lnTo>
                      <a:lnTo>
                        <a:pt x="3376" y="2569"/>
                      </a:lnTo>
                      <a:lnTo>
                        <a:pt x="3412" y="2605"/>
                      </a:lnTo>
                      <a:lnTo>
                        <a:pt x="3412" y="2642"/>
                      </a:lnTo>
                      <a:lnTo>
                        <a:pt x="3412" y="2715"/>
                      </a:lnTo>
                      <a:lnTo>
                        <a:pt x="3412" y="3156"/>
                      </a:lnTo>
                      <a:lnTo>
                        <a:pt x="3412" y="3192"/>
                      </a:lnTo>
                      <a:lnTo>
                        <a:pt x="3376" y="3229"/>
                      </a:lnTo>
                      <a:lnTo>
                        <a:pt x="3339" y="3229"/>
                      </a:lnTo>
                      <a:lnTo>
                        <a:pt x="2752" y="3082"/>
                      </a:lnTo>
                      <a:lnTo>
                        <a:pt x="2679" y="3046"/>
                      </a:lnTo>
                      <a:lnTo>
                        <a:pt x="2642" y="3009"/>
                      </a:lnTo>
                      <a:lnTo>
                        <a:pt x="2642" y="2972"/>
                      </a:lnTo>
                      <a:lnTo>
                        <a:pt x="2679" y="2495"/>
                      </a:lnTo>
                      <a:lnTo>
                        <a:pt x="2679" y="2459"/>
                      </a:lnTo>
                      <a:lnTo>
                        <a:pt x="2715" y="2422"/>
                      </a:lnTo>
                      <a:close/>
                      <a:moveTo>
                        <a:pt x="3632" y="2605"/>
                      </a:moveTo>
                      <a:lnTo>
                        <a:pt x="4146" y="2642"/>
                      </a:lnTo>
                      <a:lnTo>
                        <a:pt x="4220" y="2679"/>
                      </a:lnTo>
                      <a:lnTo>
                        <a:pt x="4256" y="2752"/>
                      </a:lnTo>
                      <a:lnTo>
                        <a:pt x="4256" y="3229"/>
                      </a:lnTo>
                      <a:lnTo>
                        <a:pt x="4256" y="3303"/>
                      </a:lnTo>
                      <a:lnTo>
                        <a:pt x="4256" y="3339"/>
                      </a:lnTo>
                      <a:lnTo>
                        <a:pt x="4146" y="3339"/>
                      </a:lnTo>
                      <a:lnTo>
                        <a:pt x="3853" y="3303"/>
                      </a:lnTo>
                      <a:lnTo>
                        <a:pt x="3596" y="3266"/>
                      </a:lnTo>
                      <a:lnTo>
                        <a:pt x="3559" y="3266"/>
                      </a:lnTo>
                      <a:lnTo>
                        <a:pt x="3522" y="3229"/>
                      </a:lnTo>
                      <a:lnTo>
                        <a:pt x="3522" y="3156"/>
                      </a:lnTo>
                      <a:lnTo>
                        <a:pt x="3522" y="2679"/>
                      </a:lnTo>
                      <a:lnTo>
                        <a:pt x="3522" y="2642"/>
                      </a:lnTo>
                      <a:lnTo>
                        <a:pt x="3559" y="2605"/>
                      </a:lnTo>
                      <a:close/>
                      <a:moveTo>
                        <a:pt x="1174" y="2495"/>
                      </a:moveTo>
                      <a:lnTo>
                        <a:pt x="1578" y="2752"/>
                      </a:lnTo>
                      <a:lnTo>
                        <a:pt x="1725" y="2826"/>
                      </a:lnTo>
                      <a:lnTo>
                        <a:pt x="1761" y="2862"/>
                      </a:lnTo>
                      <a:lnTo>
                        <a:pt x="1761" y="2899"/>
                      </a:lnTo>
                      <a:lnTo>
                        <a:pt x="1651" y="3339"/>
                      </a:lnTo>
                      <a:lnTo>
                        <a:pt x="1651" y="3376"/>
                      </a:lnTo>
                      <a:lnTo>
                        <a:pt x="1614" y="3413"/>
                      </a:lnTo>
                      <a:lnTo>
                        <a:pt x="1578" y="3413"/>
                      </a:lnTo>
                      <a:lnTo>
                        <a:pt x="1284" y="3266"/>
                      </a:lnTo>
                      <a:lnTo>
                        <a:pt x="954" y="3119"/>
                      </a:lnTo>
                      <a:lnTo>
                        <a:pt x="954" y="3082"/>
                      </a:lnTo>
                      <a:lnTo>
                        <a:pt x="954" y="3046"/>
                      </a:lnTo>
                      <a:lnTo>
                        <a:pt x="991" y="2899"/>
                      </a:lnTo>
                      <a:lnTo>
                        <a:pt x="1064" y="2569"/>
                      </a:lnTo>
                      <a:lnTo>
                        <a:pt x="1064" y="2495"/>
                      </a:lnTo>
                      <a:close/>
                      <a:moveTo>
                        <a:pt x="1908" y="2899"/>
                      </a:moveTo>
                      <a:lnTo>
                        <a:pt x="2202" y="3009"/>
                      </a:lnTo>
                      <a:lnTo>
                        <a:pt x="2495" y="3119"/>
                      </a:lnTo>
                      <a:lnTo>
                        <a:pt x="2532" y="3156"/>
                      </a:lnTo>
                      <a:lnTo>
                        <a:pt x="2532" y="3192"/>
                      </a:lnTo>
                      <a:lnTo>
                        <a:pt x="2458" y="3669"/>
                      </a:lnTo>
                      <a:lnTo>
                        <a:pt x="2458" y="3706"/>
                      </a:lnTo>
                      <a:lnTo>
                        <a:pt x="2422" y="3743"/>
                      </a:lnTo>
                      <a:lnTo>
                        <a:pt x="2385" y="3706"/>
                      </a:lnTo>
                      <a:lnTo>
                        <a:pt x="2091" y="3633"/>
                      </a:lnTo>
                      <a:lnTo>
                        <a:pt x="1798" y="3523"/>
                      </a:lnTo>
                      <a:lnTo>
                        <a:pt x="1725" y="3486"/>
                      </a:lnTo>
                      <a:lnTo>
                        <a:pt x="1761" y="3413"/>
                      </a:lnTo>
                      <a:lnTo>
                        <a:pt x="1798" y="3082"/>
                      </a:lnTo>
                      <a:lnTo>
                        <a:pt x="1835" y="2936"/>
                      </a:lnTo>
                      <a:lnTo>
                        <a:pt x="1871" y="2899"/>
                      </a:lnTo>
                      <a:close/>
                      <a:moveTo>
                        <a:pt x="2715" y="3192"/>
                      </a:moveTo>
                      <a:lnTo>
                        <a:pt x="3302" y="3339"/>
                      </a:lnTo>
                      <a:lnTo>
                        <a:pt x="3339" y="3339"/>
                      </a:lnTo>
                      <a:lnTo>
                        <a:pt x="3376" y="3376"/>
                      </a:lnTo>
                      <a:lnTo>
                        <a:pt x="3412" y="3413"/>
                      </a:lnTo>
                      <a:lnTo>
                        <a:pt x="3412" y="3449"/>
                      </a:lnTo>
                      <a:lnTo>
                        <a:pt x="3339" y="3816"/>
                      </a:lnTo>
                      <a:lnTo>
                        <a:pt x="3339" y="3890"/>
                      </a:lnTo>
                      <a:lnTo>
                        <a:pt x="3266" y="3926"/>
                      </a:lnTo>
                      <a:lnTo>
                        <a:pt x="3082" y="3890"/>
                      </a:lnTo>
                      <a:lnTo>
                        <a:pt x="2642" y="3816"/>
                      </a:lnTo>
                      <a:lnTo>
                        <a:pt x="2568" y="3780"/>
                      </a:lnTo>
                      <a:lnTo>
                        <a:pt x="2568" y="3743"/>
                      </a:lnTo>
                      <a:lnTo>
                        <a:pt x="2532" y="3743"/>
                      </a:lnTo>
                      <a:lnTo>
                        <a:pt x="2532" y="3706"/>
                      </a:lnTo>
                      <a:lnTo>
                        <a:pt x="2605" y="3266"/>
                      </a:lnTo>
                      <a:lnTo>
                        <a:pt x="2642" y="3229"/>
                      </a:lnTo>
                      <a:lnTo>
                        <a:pt x="2679" y="3192"/>
                      </a:lnTo>
                      <a:close/>
                      <a:moveTo>
                        <a:pt x="3559" y="3376"/>
                      </a:moveTo>
                      <a:lnTo>
                        <a:pt x="3596" y="3413"/>
                      </a:lnTo>
                      <a:lnTo>
                        <a:pt x="4146" y="3449"/>
                      </a:lnTo>
                      <a:lnTo>
                        <a:pt x="4256" y="3449"/>
                      </a:lnTo>
                      <a:lnTo>
                        <a:pt x="4256" y="3559"/>
                      </a:lnTo>
                      <a:lnTo>
                        <a:pt x="4220" y="3890"/>
                      </a:lnTo>
                      <a:lnTo>
                        <a:pt x="4220" y="3926"/>
                      </a:lnTo>
                      <a:lnTo>
                        <a:pt x="4183" y="3963"/>
                      </a:lnTo>
                      <a:lnTo>
                        <a:pt x="4146" y="4000"/>
                      </a:lnTo>
                      <a:lnTo>
                        <a:pt x="4073" y="4000"/>
                      </a:lnTo>
                      <a:lnTo>
                        <a:pt x="3559" y="3963"/>
                      </a:lnTo>
                      <a:lnTo>
                        <a:pt x="3486" y="3963"/>
                      </a:lnTo>
                      <a:lnTo>
                        <a:pt x="3449" y="3926"/>
                      </a:lnTo>
                      <a:lnTo>
                        <a:pt x="3449" y="3890"/>
                      </a:lnTo>
                      <a:lnTo>
                        <a:pt x="3486" y="3449"/>
                      </a:lnTo>
                      <a:lnTo>
                        <a:pt x="3522" y="3413"/>
                      </a:lnTo>
                      <a:lnTo>
                        <a:pt x="3559" y="3376"/>
                      </a:lnTo>
                      <a:close/>
                      <a:moveTo>
                        <a:pt x="1725" y="3596"/>
                      </a:moveTo>
                      <a:lnTo>
                        <a:pt x="1761" y="3633"/>
                      </a:lnTo>
                      <a:lnTo>
                        <a:pt x="1945" y="3706"/>
                      </a:lnTo>
                      <a:lnTo>
                        <a:pt x="2348" y="3853"/>
                      </a:lnTo>
                      <a:lnTo>
                        <a:pt x="2385" y="3853"/>
                      </a:lnTo>
                      <a:lnTo>
                        <a:pt x="2422" y="3890"/>
                      </a:lnTo>
                      <a:lnTo>
                        <a:pt x="2422" y="3926"/>
                      </a:lnTo>
                      <a:lnTo>
                        <a:pt x="2385" y="4073"/>
                      </a:lnTo>
                      <a:lnTo>
                        <a:pt x="2312" y="4330"/>
                      </a:lnTo>
                      <a:lnTo>
                        <a:pt x="2275" y="4367"/>
                      </a:lnTo>
                      <a:lnTo>
                        <a:pt x="2202" y="4330"/>
                      </a:lnTo>
                      <a:lnTo>
                        <a:pt x="1614" y="4110"/>
                      </a:lnTo>
                      <a:lnTo>
                        <a:pt x="1578" y="4073"/>
                      </a:lnTo>
                      <a:lnTo>
                        <a:pt x="1578" y="4000"/>
                      </a:lnTo>
                      <a:lnTo>
                        <a:pt x="1688" y="3669"/>
                      </a:lnTo>
                      <a:lnTo>
                        <a:pt x="1725" y="3596"/>
                      </a:lnTo>
                      <a:close/>
                      <a:moveTo>
                        <a:pt x="2605" y="3926"/>
                      </a:moveTo>
                      <a:lnTo>
                        <a:pt x="3192" y="4036"/>
                      </a:lnTo>
                      <a:lnTo>
                        <a:pt x="3229" y="4073"/>
                      </a:lnTo>
                      <a:lnTo>
                        <a:pt x="3302" y="4073"/>
                      </a:lnTo>
                      <a:lnTo>
                        <a:pt x="3302" y="4146"/>
                      </a:lnTo>
                      <a:lnTo>
                        <a:pt x="3229" y="4403"/>
                      </a:lnTo>
                      <a:lnTo>
                        <a:pt x="3192" y="4513"/>
                      </a:lnTo>
                      <a:lnTo>
                        <a:pt x="3156" y="4550"/>
                      </a:lnTo>
                      <a:lnTo>
                        <a:pt x="2789" y="4477"/>
                      </a:lnTo>
                      <a:lnTo>
                        <a:pt x="2458" y="4403"/>
                      </a:lnTo>
                      <a:lnTo>
                        <a:pt x="2422" y="4367"/>
                      </a:lnTo>
                      <a:lnTo>
                        <a:pt x="2422" y="4330"/>
                      </a:lnTo>
                      <a:lnTo>
                        <a:pt x="2458" y="4073"/>
                      </a:lnTo>
                      <a:lnTo>
                        <a:pt x="2495" y="3963"/>
                      </a:lnTo>
                      <a:lnTo>
                        <a:pt x="2495" y="3926"/>
                      </a:lnTo>
                      <a:close/>
                      <a:moveTo>
                        <a:pt x="3486" y="4073"/>
                      </a:moveTo>
                      <a:lnTo>
                        <a:pt x="4109" y="4110"/>
                      </a:lnTo>
                      <a:lnTo>
                        <a:pt x="4146" y="4110"/>
                      </a:lnTo>
                      <a:lnTo>
                        <a:pt x="4183" y="4146"/>
                      </a:lnTo>
                      <a:lnTo>
                        <a:pt x="4146" y="4293"/>
                      </a:lnTo>
                      <a:lnTo>
                        <a:pt x="4073" y="4477"/>
                      </a:lnTo>
                      <a:lnTo>
                        <a:pt x="4073" y="4513"/>
                      </a:lnTo>
                      <a:lnTo>
                        <a:pt x="4036" y="4550"/>
                      </a:lnTo>
                      <a:lnTo>
                        <a:pt x="3302" y="4550"/>
                      </a:lnTo>
                      <a:lnTo>
                        <a:pt x="3302" y="4513"/>
                      </a:lnTo>
                      <a:lnTo>
                        <a:pt x="3302" y="4477"/>
                      </a:lnTo>
                      <a:lnTo>
                        <a:pt x="3412" y="4146"/>
                      </a:lnTo>
                      <a:lnTo>
                        <a:pt x="3412" y="4110"/>
                      </a:lnTo>
                      <a:lnTo>
                        <a:pt x="3486" y="4073"/>
                      </a:lnTo>
                      <a:close/>
                      <a:moveTo>
                        <a:pt x="2385" y="4513"/>
                      </a:moveTo>
                      <a:lnTo>
                        <a:pt x="2458" y="4550"/>
                      </a:lnTo>
                      <a:lnTo>
                        <a:pt x="2752" y="4587"/>
                      </a:lnTo>
                      <a:lnTo>
                        <a:pt x="3082" y="4623"/>
                      </a:lnTo>
                      <a:lnTo>
                        <a:pt x="3156" y="4660"/>
                      </a:lnTo>
                      <a:lnTo>
                        <a:pt x="3156" y="4733"/>
                      </a:lnTo>
                      <a:lnTo>
                        <a:pt x="3082" y="4990"/>
                      </a:lnTo>
                      <a:lnTo>
                        <a:pt x="3045" y="5064"/>
                      </a:lnTo>
                      <a:lnTo>
                        <a:pt x="2972" y="5064"/>
                      </a:lnTo>
                      <a:lnTo>
                        <a:pt x="2752" y="5027"/>
                      </a:lnTo>
                      <a:lnTo>
                        <a:pt x="2385" y="4917"/>
                      </a:lnTo>
                      <a:lnTo>
                        <a:pt x="2312" y="4917"/>
                      </a:lnTo>
                      <a:lnTo>
                        <a:pt x="2238" y="4880"/>
                      </a:lnTo>
                      <a:lnTo>
                        <a:pt x="2238" y="4807"/>
                      </a:lnTo>
                      <a:lnTo>
                        <a:pt x="2348" y="4550"/>
                      </a:lnTo>
                      <a:lnTo>
                        <a:pt x="2385" y="4513"/>
                      </a:lnTo>
                      <a:close/>
                      <a:moveTo>
                        <a:pt x="1688" y="0"/>
                      </a:moveTo>
                      <a:lnTo>
                        <a:pt x="1651" y="37"/>
                      </a:lnTo>
                      <a:lnTo>
                        <a:pt x="1688" y="110"/>
                      </a:lnTo>
                      <a:lnTo>
                        <a:pt x="1761" y="441"/>
                      </a:lnTo>
                      <a:lnTo>
                        <a:pt x="1761" y="477"/>
                      </a:lnTo>
                      <a:lnTo>
                        <a:pt x="1725" y="477"/>
                      </a:lnTo>
                      <a:lnTo>
                        <a:pt x="1578" y="404"/>
                      </a:lnTo>
                      <a:lnTo>
                        <a:pt x="1321" y="221"/>
                      </a:lnTo>
                      <a:lnTo>
                        <a:pt x="1064" y="37"/>
                      </a:lnTo>
                      <a:lnTo>
                        <a:pt x="1027" y="37"/>
                      </a:lnTo>
                      <a:lnTo>
                        <a:pt x="1027" y="74"/>
                      </a:lnTo>
                      <a:lnTo>
                        <a:pt x="1101" y="514"/>
                      </a:lnTo>
                      <a:lnTo>
                        <a:pt x="1138" y="808"/>
                      </a:lnTo>
                      <a:lnTo>
                        <a:pt x="1101" y="844"/>
                      </a:lnTo>
                      <a:lnTo>
                        <a:pt x="1101" y="881"/>
                      </a:lnTo>
                      <a:lnTo>
                        <a:pt x="1027" y="844"/>
                      </a:lnTo>
                      <a:lnTo>
                        <a:pt x="624" y="551"/>
                      </a:lnTo>
                      <a:lnTo>
                        <a:pt x="550" y="514"/>
                      </a:lnTo>
                      <a:lnTo>
                        <a:pt x="477" y="514"/>
                      </a:lnTo>
                      <a:lnTo>
                        <a:pt x="734" y="697"/>
                      </a:lnTo>
                      <a:lnTo>
                        <a:pt x="1027" y="918"/>
                      </a:lnTo>
                      <a:lnTo>
                        <a:pt x="1138" y="991"/>
                      </a:lnTo>
                      <a:lnTo>
                        <a:pt x="1138" y="1138"/>
                      </a:lnTo>
                      <a:lnTo>
                        <a:pt x="1101" y="1505"/>
                      </a:lnTo>
                      <a:lnTo>
                        <a:pt x="1101" y="1541"/>
                      </a:lnTo>
                      <a:lnTo>
                        <a:pt x="1101" y="1578"/>
                      </a:lnTo>
                      <a:lnTo>
                        <a:pt x="1064" y="1578"/>
                      </a:lnTo>
                      <a:lnTo>
                        <a:pt x="954" y="1541"/>
                      </a:lnTo>
                      <a:lnTo>
                        <a:pt x="587" y="1285"/>
                      </a:lnTo>
                      <a:lnTo>
                        <a:pt x="550" y="1248"/>
                      </a:lnTo>
                      <a:lnTo>
                        <a:pt x="514" y="1211"/>
                      </a:lnTo>
                      <a:lnTo>
                        <a:pt x="514" y="881"/>
                      </a:lnTo>
                      <a:lnTo>
                        <a:pt x="477" y="551"/>
                      </a:lnTo>
                      <a:lnTo>
                        <a:pt x="477" y="514"/>
                      </a:lnTo>
                      <a:lnTo>
                        <a:pt x="440" y="404"/>
                      </a:lnTo>
                      <a:lnTo>
                        <a:pt x="404" y="367"/>
                      </a:lnTo>
                      <a:lnTo>
                        <a:pt x="367" y="404"/>
                      </a:lnTo>
                      <a:lnTo>
                        <a:pt x="404" y="624"/>
                      </a:lnTo>
                      <a:lnTo>
                        <a:pt x="440" y="1101"/>
                      </a:lnTo>
                      <a:lnTo>
                        <a:pt x="440" y="1138"/>
                      </a:lnTo>
                      <a:lnTo>
                        <a:pt x="404" y="1138"/>
                      </a:lnTo>
                      <a:lnTo>
                        <a:pt x="257" y="1028"/>
                      </a:lnTo>
                      <a:lnTo>
                        <a:pt x="184" y="991"/>
                      </a:lnTo>
                      <a:lnTo>
                        <a:pt x="147" y="991"/>
                      </a:lnTo>
                      <a:lnTo>
                        <a:pt x="147" y="1028"/>
                      </a:lnTo>
                      <a:lnTo>
                        <a:pt x="184" y="1064"/>
                      </a:lnTo>
                      <a:lnTo>
                        <a:pt x="367" y="1211"/>
                      </a:lnTo>
                      <a:lnTo>
                        <a:pt x="404" y="1248"/>
                      </a:lnTo>
                      <a:lnTo>
                        <a:pt x="440" y="1358"/>
                      </a:lnTo>
                      <a:lnTo>
                        <a:pt x="404" y="1725"/>
                      </a:lnTo>
                      <a:lnTo>
                        <a:pt x="404" y="1798"/>
                      </a:lnTo>
                      <a:lnTo>
                        <a:pt x="367" y="1835"/>
                      </a:lnTo>
                      <a:lnTo>
                        <a:pt x="294" y="1798"/>
                      </a:lnTo>
                      <a:lnTo>
                        <a:pt x="73" y="1651"/>
                      </a:lnTo>
                      <a:lnTo>
                        <a:pt x="0" y="1615"/>
                      </a:lnTo>
                      <a:lnTo>
                        <a:pt x="0" y="1651"/>
                      </a:lnTo>
                      <a:lnTo>
                        <a:pt x="257" y="1872"/>
                      </a:lnTo>
                      <a:lnTo>
                        <a:pt x="330" y="1945"/>
                      </a:lnTo>
                      <a:lnTo>
                        <a:pt x="367" y="1982"/>
                      </a:lnTo>
                      <a:lnTo>
                        <a:pt x="367" y="2018"/>
                      </a:lnTo>
                      <a:lnTo>
                        <a:pt x="367" y="2165"/>
                      </a:lnTo>
                      <a:lnTo>
                        <a:pt x="367" y="2202"/>
                      </a:lnTo>
                      <a:lnTo>
                        <a:pt x="404" y="2239"/>
                      </a:lnTo>
                      <a:lnTo>
                        <a:pt x="440" y="2202"/>
                      </a:lnTo>
                      <a:lnTo>
                        <a:pt x="440" y="2165"/>
                      </a:lnTo>
                      <a:lnTo>
                        <a:pt x="477" y="2092"/>
                      </a:lnTo>
                      <a:lnTo>
                        <a:pt x="477" y="2055"/>
                      </a:lnTo>
                      <a:lnTo>
                        <a:pt x="587" y="2128"/>
                      </a:lnTo>
                      <a:lnTo>
                        <a:pt x="624" y="2128"/>
                      </a:lnTo>
                      <a:lnTo>
                        <a:pt x="844" y="2312"/>
                      </a:lnTo>
                      <a:lnTo>
                        <a:pt x="954" y="2349"/>
                      </a:lnTo>
                      <a:lnTo>
                        <a:pt x="991" y="2422"/>
                      </a:lnTo>
                      <a:lnTo>
                        <a:pt x="991" y="2495"/>
                      </a:lnTo>
                      <a:lnTo>
                        <a:pt x="881" y="2936"/>
                      </a:lnTo>
                      <a:lnTo>
                        <a:pt x="844" y="2972"/>
                      </a:lnTo>
                      <a:lnTo>
                        <a:pt x="807" y="3009"/>
                      </a:lnTo>
                      <a:lnTo>
                        <a:pt x="771" y="2972"/>
                      </a:lnTo>
                      <a:lnTo>
                        <a:pt x="440" y="2789"/>
                      </a:lnTo>
                      <a:lnTo>
                        <a:pt x="404" y="2789"/>
                      </a:lnTo>
                      <a:lnTo>
                        <a:pt x="404" y="2826"/>
                      </a:lnTo>
                      <a:lnTo>
                        <a:pt x="440" y="2862"/>
                      </a:lnTo>
                      <a:lnTo>
                        <a:pt x="734" y="3082"/>
                      </a:lnTo>
                      <a:lnTo>
                        <a:pt x="807" y="3119"/>
                      </a:lnTo>
                      <a:lnTo>
                        <a:pt x="807" y="3192"/>
                      </a:lnTo>
                      <a:lnTo>
                        <a:pt x="771" y="3303"/>
                      </a:lnTo>
                      <a:lnTo>
                        <a:pt x="807" y="3339"/>
                      </a:lnTo>
                      <a:lnTo>
                        <a:pt x="881" y="3266"/>
                      </a:lnTo>
                      <a:lnTo>
                        <a:pt x="917" y="3192"/>
                      </a:lnTo>
                      <a:lnTo>
                        <a:pt x="991" y="3229"/>
                      </a:lnTo>
                      <a:lnTo>
                        <a:pt x="1358" y="3413"/>
                      </a:lnTo>
                      <a:lnTo>
                        <a:pt x="1541" y="3523"/>
                      </a:lnTo>
                      <a:lnTo>
                        <a:pt x="1614" y="3559"/>
                      </a:lnTo>
                      <a:lnTo>
                        <a:pt x="1614" y="3633"/>
                      </a:lnTo>
                      <a:lnTo>
                        <a:pt x="1504" y="3926"/>
                      </a:lnTo>
                      <a:lnTo>
                        <a:pt x="1504" y="3963"/>
                      </a:lnTo>
                      <a:lnTo>
                        <a:pt x="1468" y="4000"/>
                      </a:lnTo>
                      <a:lnTo>
                        <a:pt x="1358" y="4000"/>
                      </a:lnTo>
                      <a:lnTo>
                        <a:pt x="1358" y="4036"/>
                      </a:lnTo>
                      <a:lnTo>
                        <a:pt x="1431" y="4073"/>
                      </a:lnTo>
                      <a:lnTo>
                        <a:pt x="1468" y="4110"/>
                      </a:lnTo>
                      <a:lnTo>
                        <a:pt x="1468" y="4183"/>
                      </a:lnTo>
                      <a:lnTo>
                        <a:pt x="1468" y="4220"/>
                      </a:lnTo>
                      <a:lnTo>
                        <a:pt x="1504" y="4220"/>
                      </a:lnTo>
                      <a:lnTo>
                        <a:pt x="1541" y="4183"/>
                      </a:lnTo>
                      <a:lnTo>
                        <a:pt x="1614" y="4183"/>
                      </a:lnTo>
                      <a:lnTo>
                        <a:pt x="1981" y="4367"/>
                      </a:lnTo>
                      <a:lnTo>
                        <a:pt x="2202" y="4440"/>
                      </a:lnTo>
                      <a:lnTo>
                        <a:pt x="2238" y="4477"/>
                      </a:lnTo>
                      <a:lnTo>
                        <a:pt x="2238" y="4550"/>
                      </a:lnTo>
                      <a:lnTo>
                        <a:pt x="2165" y="4807"/>
                      </a:lnTo>
                      <a:lnTo>
                        <a:pt x="2165" y="4844"/>
                      </a:lnTo>
                      <a:lnTo>
                        <a:pt x="2091" y="4844"/>
                      </a:lnTo>
                      <a:lnTo>
                        <a:pt x="2128" y="4880"/>
                      </a:lnTo>
                      <a:lnTo>
                        <a:pt x="2202" y="4954"/>
                      </a:lnTo>
                      <a:lnTo>
                        <a:pt x="2385" y="4990"/>
                      </a:lnTo>
                      <a:lnTo>
                        <a:pt x="2935" y="5137"/>
                      </a:lnTo>
                      <a:lnTo>
                        <a:pt x="3302" y="5174"/>
                      </a:lnTo>
                      <a:lnTo>
                        <a:pt x="3632" y="5174"/>
                      </a:lnTo>
                      <a:lnTo>
                        <a:pt x="3816" y="5137"/>
                      </a:lnTo>
                      <a:lnTo>
                        <a:pt x="3816" y="5100"/>
                      </a:lnTo>
                      <a:lnTo>
                        <a:pt x="3339" y="5100"/>
                      </a:lnTo>
                      <a:lnTo>
                        <a:pt x="3192" y="5064"/>
                      </a:lnTo>
                      <a:lnTo>
                        <a:pt x="3156" y="5064"/>
                      </a:lnTo>
                      <a:lnTo>
                        <a:pt x="3156" y="5027"/>
                      </a:lnTo>
                      <a:lnTo>
                        <a:pt x="3266" y="4697"/>
                      </a:lnTo>
                      <a:lnTo>
                        <a:pt x="3266" y="4660"/>
                      </a:lnTo>
                      <a:lnTo>
                        <a:pt x="3999" y="4660"/>
                      </a:lnTo>
                      <a:lnTo>
                        <a:pt x="3999" y="4697"/>
                      </a:lnTo>
                      <a:lnTo>
                        <a:pt x="3926" y="4954"/>
                      </a:lnTo>
                      <a:lnTo>
                        <a:pt x="3889" y="5027"/>
                      </a:lnTo>
                      <a:lnTo>
                        <a:pt x="3999" y="5027"/>
                      </a:lnTo>
                      <a:lnTo>
                        <a:pt x="3999" y="4954"/>
                      </a:lnTo>
                      <a:lnTo>
                        <a:pt x="4109" y="4697"/>
                      </a:lnTo>
                      <a:lnTo>
                        <a:pt x="4146" y="4660"/>
                      </a:lnTo>
                      <a:lnTo>
                        <a:pt x="4183" y="4623"/>
                      </a:lnTo>
                      <a:lnTo>
                        <a:pt x="4330" y="4587"/>
                      </a:lnTo>
                      <a:lnTo>
                        <a:pt x="4550" y="4513"/>
                      </a:lnTo>
                      <a:lnTo>
                        <a:pt x="4550" y="4477"/>
                      </a:lnTo>
                      <a:lnTo>
                        <a:pt x="4513" y="4477"/>
                      </a:lnTo>
                      <a:lnTo>
                        <a:pt x="4293" y="4513"/>
                      </a:lnTo>
                      <a:lnTo>
                        <a:pt x="4183" y="4513"/>
                      </a:lnTo>
                      <a:lnTo>
                        <a:pt x="4183" y="4477"/>
                      </a:lnTo>
                      <a:lnTo>
                        <a:pt x="4220" y="4403"/>
                      </a:lnTo>
                      <a:lnTo>
                        <a:pt x="4256" y="4220"/>
                      </a:lnTo>
                      <a:lnTo>
                        <a:pt x="4293" y="4110"/>
                      </a:lnTo>
                      <a:lnTo>
                        <a:pt x="4403" y="4110"/>
                      </a:lnTo>
                      <a:lnTo>
                        <a:pt x="4513" y="4073"/>
                      </a:lnTo>
                      <a:lnTo>
                        <a:pt x="4660" y="4036"/>
                      </a:lnTo>
                      <a:lnTo>
                        <a:pt x="4697" y="4036"/>
                      </a:lnTo>
                      <a:lnTo>
                        <a:pt x="4697" y="4000"/>
                      </a:lnTo>
                      <a:lnTo>
                        <a:pt x="4366" y="4000"/>
                      </a:lnTo>
                      <a:lnTo>
                        <a:pt x="4330" y="3963"/>
                      </a:lnTo>
                      <a:lnTo>
                        <a:pt x="4330" y="3926"/>
                      </a:lnTo>
                      <a:lnTo>
                        <a:pt x="4366" y="3486"/>
                      </a:lnTo>
                      <a:lnTo>
                        <a:pt x="4366" y="3449"/>
                      </a:lnTo>
                      <a:lnTo>
                        <a:pt x="4403" y="3449"/>
                      </a:lnTo>
                      <a:lnTo>
                        <a:pt x="4623" y="3413"/>
                      </a:lnTo>
                      <a:lnTo>
                        <a:pt x="4697" y="3413"/>
                      </a:lnTo>
                      <a:lnTo>
                        <a:pt x="4697" y="3376"/>
                      </a:lnTo>
                      <a:lnTo>
                        <a:pt x="4697" y="3339"/>
                      </a:lnTo>
                      <a:lnTo>
                        <a:pt x="4366" y="3339"/>
                      </a:lnTo>
                      <a:lnTo>
                        <a:pt x="4366" y="3266"/>
                      </a:lnTo>
                      <a:lnTo>
                        <a:pt x="4330" y="2826"/>
                      </a:lnTo>
                      <a:lnTo>
                        <a:pt x="4330" y="2715"/>
                      </a:lnTo>
                      <a:lnTo>
                        <a:pt x="4330" y="2679"/>
                      </a:lnTo>
                      <a:lnTo>
                        <a:pt x="4366" y="2642"/>
                      </a:lnTo>
                      <a:lnTo>
                        <a:pt x="4440" y="2642"/>
                      </a:lnTo>
                      <a:lnTo>
                        <a:pt x="4476" y="2605"/>
                      </a:lnTo>
                      <a:lnTo>
                        <a:pt x="4476" y="2569"/>
                      </a:lnTo>
                      <a:lnTo>
                        <a:pt x="4330" y="2569"/>
                      </a:lnTo>
                      <a:lnTo>
                        <a:pt x="4293" y="2532"/>
                      </a:lnTo>
                      <a:lnTo>
                        <a:pt x="4293" y="2459"/>
                      </a:lnTo>
                      <a:lnTo>
                        <a:pt x="4220" y="2128"/>
                      </a:lnTo>
                      <a:lnTo>
                        <a:pt x="4146" y="2018"/>
                      </a:lnTo>
                      <a:lnTo>
                        <a:pt x="4109" y="2018"/>
                      </a:lnTo>
                      <a:lnTo>
                        <a:pt x="4146" y="2165"/>
                      </a:lnTo>
                      <a:lnTo>
                        <a:pt x="4183" y="2349"/>
                      </a:lnTo>
                      <a:lnTo>
                        <a:pt x="4220" y="2532"/>
                      </a:lnTo>
                      <a:lnTo>
                        <a:pt x="4220" y="2569"/>
                      </a:lnTo>
                      <a:lnTo>
                        <a:pt x="4109" y="2569"/>
                      </a:lnTo>
                      <a:lnTo>
                        <a:pt x="3706" y="2495"/>
                      </a:lnTo>
                      <a:lnTo>
                        <a:pt x="3596" y="2495"/>
                      </a:lnTo>
                      <a:lnTo>
                        <a:pt x="3522" y="2459"/>
                      </a:lnTo>
                      <a:lnTo>
                        <a:pt x="3522" y="2422"/>
                      </a:lnTo>
                      <a:lnTo>
                        <a:pt x="3522" y="2202"/>
                      </a:lnTo>
                      <a:lnTo>
                        <a:pt x="3486" y="1982"/>
                      </a:lnTo>
                      <a:lnTo>
                        <a:pt x="3486" y="1908"/>
                      </a:lnTo>
                      <a:lnTo>
                        <a:pt x="3669" y="1908"/>
                      </a:lnTo>
                      <a:lnTo>
                        <a:pt x="3963" y="1872"/>
                      </a:lnTo>
                      <a:lnTo>
                        <a:pt x="3999" y="1835"/>
                      </a:lnTo>
                      <a:lnTo>
                        <a:pt x="3999" y="1798"/>
                      </a:lnTo>
                      <a:lnTo>
                        <a:pt x="3522" y="1798"/>
                      </a:lnTo>
                      <a:lnTo>
                        <a:pt x="3449" y="1762"/>
                      </a:lnTo>
                      <a:lnTo>
                        <a:pt x="3449" y="1725"/>
                      </a:lnTo>
                      <a:lnTo>
                        <a:pt x="3376" y="1431"/>
                      </a:lnTo>
                      <a:lnTo>
                        <a:pt x="3376" y="1321"/>
                      </a:lnTo>
                      <a:lnTo>
                        <a:pt x="3376" y="1248"/>
                      </a:lnTo>
                      <a:lnTo>
                        <a:pt x="3449" y="1211"/>
                      </a:lnTo>
                      <a:lnTo>
                        <a:pt x="3522" y="1211"/>
                      </a:lnTo>
                      <a:lnTo>
                        <a:pt x="3559" y="1174"/>
                      </a:lnTo>
                      <a:lnTo>
                        <a:pt x="3412" y="1174"/>
                      </a:lnTo>
                      <a:lnTo>
                        <a:pt x="3339" y="1138"/>
                      </a:lnTo>
                      <a:lnTo>
                        <a:pt x="3302" y="1064"/>
                      </a:lnTo>
                      <a:lnTo>
                        <a:pt x="3266" y="991"/>
                      </a:lnTo>
                      <a:lnTo>
                        <a:pt x="3266" y="954"/>
                      </a:lnTo>
                      <a:lnTo>
                        <a:pt x="3229" y="991"/>
                      </a:lnTo>
                      <a:lnTo>
                        <a:pt x="3229" y="1028"/>
                      </a:lnTo>
                      <a:lnTo>
                        <a:pt x="3229" y="1064"/>
                      </a:lnTo>
                      <a:lnTo>
                        <a:pt x="3229" y="1138"/>
                      </a:lnTo>
                      <a:lnTo>
                        <a:pt x="3192" y="1138"/>
                      </a:lnTo>
                      <a:lnTo>
                        <a:pt x="2642" y="954"/>
                      </a:lnTo>
                      <a:lnTo>
                        <a:pt x="2605" y="918"/>
                      </a:lnTo>
                      <a:lnTo>
                        <a:pt x="2568" y="844"/>
                      </a:lnTo>
                      <a:lnTo>
                        <a:pt x="2495" y="587"/>
                      </a:lnTo>
                      <a:lnTo>
                        <a:pt x="2348" y="221"/>
                      </a:lnTo>
                      <a:lnTo>
                        <a:pt x="2348" y="184"/>
                      </a:lnTo>
                      <a:lnTo>
                        <a:pt x="2312" y="147"/>
                      </a:lnTo>
                      <a:lnTo>
                        <a:pt x="2312" y="184"/>
                      </a:lnTo>
                      <a:lnTo>
                        <a:pt x="2422" y="697"/>
                      </a:lnTo>
                      <a:lnTo>
                        <a:pt x="2458" y="808"/>
                      </a:lnTo>
                      <a:lnTo>
                        <a:pt x="2458" y="844"/>
                      </a:lnTo>
                      <a:lnTo>
                        <a:pt x="2422" y="844"/>
                      </a:lnTo>
                      <a:lnTo>
                        <a:pt x="2165" y="734"/>
                      </a:lnTo>
                      <a:lnTo>
                        <a:pt x="1945" y="624"/>
                      </a:lnTo>
                      <a:lnTo>
                        <a:pt x="1871" y="587"/>
                      </a:lnTo>
                      <a:lnTo>
                        <a:pt x="1871" y="514"/>
                      </a:lnTo>
                      <a:lnTo>
                        <a:pt x="1798" y="257"/>
                      </a:lnTo>
                      <a:lnTo>
                        <a:pt x="16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23237;p37">
                  <a:extLst>
                    <a:ext uri="{FF2B5EF4-FFF2-40B4-BE49-F238E27FC236}">
                      <a16:creationId xmlns:a16="http://schemas.microsoft.com/office/drawing/2014/main" id="{06016E7C-8503-AD8B-2F53-E0331BF1C76E}"/>
                    </a:ext>
                  </a:extLst>
                </p:cNvPr>
                <p:cNvSpPr/>
                <p:nvPr/>
              </p:nvSpPr>
              <p:spPr>
                <a:xfrm>
                  <a:off x="6953852" y="599437"/>
                  <a:ext cx="33" cy="1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8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1" y="37"/>
                      </a:lnTo>
                      <a:lnTo>
                        <a:pt x="1" y="37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6C2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7" name="Google Shape;23238;p37">
              <a:extLst>
                <a:ext uri="{FF2B5EF4-FFF2-40B4-BE49-F238E27FC236}">
                  <a16:creationId xmlns:a16="http://schemas.microsoft.com/office/drawing/2014/main" id="{687C1D2F-6E19-0147-77E8-DBD275867B95}"/>
                </a:ext>
              </a:extLst>
            </p:cNvPr>
            <p:cNvGrpSpPr/>
            <p:nvPr/>
          </p:nvGrpSpPr>
          <p:grpSpPr>
            <a:xfrm>
              <a:off x="7106937" y="2216171"/>
              <a:ext cx="426500" cy="241678"/>
              <a:chOff x="6344049" y="2560365"/>
              <a:chExt cx="520376" cy="294873"/>
            </a:xfrm>
          </p:grpSpPr>
          <p:sp>
            <p:nvSpPr>
              <p:cNvPr id="188" name="Google Shape;23239;p37">
                <a:extLst>
                  <a:ext uri="{FF2B5EF4-FFF2-40B4-BE49-F238E27FC236}">
                    <a16:creationId xmlns:a16="http://schemas.microsoft.com/office/drawing/2014/main" id="{009144C5-E0DC-1EAE-6F84-3DE861AF7290}"/>
                  </a:ext>
                </a:extLst>
              </p:cNvPr>
              <p:cNvSpPr/>
              <p:nvPr/>
            </p:nvSpPr>
            <p:spPr>
              <a:xfrm>
                <a:off x="6344049" y="2560400"/>
                <a:ext cx="520369" cy="294799"/>
              </a:xfrm>
              <a:custGeom>
                <a:avLst/>
                <a:gdLst/>
                <a:ahLst/>
                <a:cxnLst/>
                <a:rect l="l" t="t" r="r" b="b"/>
                <a:pathLst>
                  <a:path w="7449" h="4220" extrusionOk="0">
                    <a:moveTo>
                      <a:pt x="7119" y="0"/>
                    </a:moveTo>
                    <a:lnTo>
                      <a:pt x="6752" y="74"/>
                    </a:lnTo>
                    <a:lnTo>
                      <a:pt x="6018" y="221"/>
                    </a:lnTo>
                    <a:lnTo>
                      <a:pt x="4991" y="551"/>
                    </a:lnTo>
                    <a:lnTo>
                      <a:pt x="4000" y="881"/>
                    </a:lnTo>
                    <a:lnTo>
                      <a:pt x="3229" y="1175"/>
                    </a:lnTo>
                    <a:lnTo>
                      <a:pt x="2716" y="1358"/>
                    </a:lnTo>
                    <a:lnTo>
                      <a:pt x="2202" y="1615"/>
                    </a:lnTo>
                    <a:lnTo>
                      <a:pt x="1799" y="1798"/>
                    </a:lnTo>
                    <a:lnTo>
                      <a:pt x="1432" y="1982"/>
                    </a:lnTo>
                    <a:lnTo>
                      <a:pt x="918" y="2239"/>
                    </a:lnTo>
                    <a:lnTo>
                      <a:pt x="441" y="2495"/>
                    </a:lnTo>
                    <a:lnTo>
                      <a:pt x="111" y="2752"/>
                    </a:lnTo>
                    <a:lnTo>
                      <a:pt x="37" y="2862"/>
                    </a:lnTo>
                    <a:lnTo>
                      <a:pt x="1" y="2936"/>
                    </a:lnTo>
                    <a:lnTo>
                      <a:pt x="1" y="3009"/>
                    </a:lnTo>
                    <a:lnTo>
                      <a:pt x="37" y="3046"/>
                    </a:lnTo>
                    <a:lnTo>
                      <a:pt x="111" y="3119"/>
                    </a:lnTo>
                    <a:lnTo>
                      <a:pt x="478" y="3413"/>
                    </a:lnTo>
                    <a:lnTo>
                      <a:pt x="881" y="3670"/>
                    </a:lnTo>
                    <a:lnTo>
                      <a:pt x="1248" y="3853"/>
                    </a:lnTo>
                    <a:lnTo>
                      <a:pt x="1652" y="4036"/>
                    </a:lnTo>
                    <a:lnTo>
                      <a:pt x="2129" y="4147"/>
                    </a:lnTo>
                    <a:lnTo>
                      <a:pt x="2569" y="4220"/>
                    </a:lnTo>
                    <a:lnTo>
                      <a:pt x="3523" y="4220"/>
                    </a:lnTo>
                    <a:lnTo>
                      <a:pt x="3853" y="4183"/>
                    </a:lnTo>
                    <a:lnTo>
                      <a:pt x="4183" y="4110"/>
                    </a:lnTo>
                    <a:lnTo>
                      <a:pt x="4514" y="4000"/>
                    </a:lnTo>
                    <a:lnTo>
                      <a:pt x="4844" y="3853"/>
                    </a:lnTo>
                    <a:lnTo>
                      <a:pt x="5174" y="3706"/>
                    </a:lnTo>
                    <a:lnTo>
                      <a:pt x="5541" y="3486"/>
                    </a:lnTo>
                    <a:lnTo>
                      <a:pt x="5871" y="3229"/>
                    </a:lnTo>
                    <a:lnTo>
                      <a:pt x="6238" y="2899"/>
                    </a:lnTo>
                    <a:lnTo>
                      <a:pt x="6568" y="2532"/>
                    </a:lnTo>
                    <a:lnTo>
                      <a:pt x="6862" y="2129"/>
                    </a:lnTo>
                    <a:lnTo>
                      <a:pt x="7082" y="1652"/>
                    </a:lnTo>
                    <a:lnTo>
                      <a:pt x="7229" y="1321"/>
                    </a:lnTo>
                    <a:lnTo>
                      <a:pt x="7339" y="954"/>
                    </a:lnTo>
                    <a:lnTo>
                      <a:pt x="7412" y="698"/>
                    </a:lnTo>
                    <a:lnTo>
                      <a:pt x="7449" y="441"/>
                    </a:lnTo>
                    <a:lnTo>
                      <a:pt x="7412" y="111"/>
                    </a:lnTo>
                    <a:lnTo>
                      <a:pt x="7412" y="37"/>
                    </a:lnTo>
                    <a:lnTo>
                      <a:pt x="7376" y="37"/>
                    </a:lnTo>
                    <a:lnTo>
                      <a:pt x="7339" y="74"/>
                    </a:lnTo>
                    <a:lnTo>
                      <a:pt x="7192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9" name="Google Shape;23240;p37">
                <a:extLst>
                  <a:ext uri="{FF2B5EF4-FFF2-40B4-BE49-F238E27FC236}">
                    <a16:creationId xmlns:a16="http://schemas.microsoft.com/office/drawing/2014/main" id="{664EF730-EEBB-B007-3023-D1AA198AB6FC}"/>
                  </a:ext>
                </a:extLst>
              </p:cNvPr>
              <p:cNvGrpSpPr/>
              <p:nvPr/>
            </p:nvGrpSpPr>
            <p:grpSpPr>
              <a:xfrm>
                <a:off x="6344049" y="2560365"/>
                <a:ext cx="520376" cy="294873"/>
                <a:chOff x="7894216" y="479744"/>
                <a:chExt cx="247940" cy="140496"/>
              </a:xfrm>
            </p:grpSpPr>
            <p:sp>
              <p:nvSpPr>
                <p:cNvPr id="190" name="Google Shape;23241;p37">
                  <a:extLst>
                    <a:ext uri="{FF2B5EF4-FFF2-40B4-BE49-F238E27FC236}">
                      <a16:creationId xmlns:a16="http://schemas.microsoft.com/office/drawing/2014/main" id="{5FACD231-AEB0-7B0F-4D6E-ECB8A4C68716}"/>
                    </a:ext>
                  </a:extLst>
                </p:cNvPr>
                <p:cNvSpPr/>
                <p:nvPr/>
              </p:nvSpPr>
              <p:spPr>
                <a:xfrm>
                  <a:off x="7895448" y="479744"/>
                  <a:ext cx="243047" cy="134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2" h="4037" extrusionOk="0">
                      <a:moveTo>
                        <a:pt x="7082" y="1"/>
                      </a:moveTo>
                      <a:lnTo>
                        <a:pt x="6715" y="74"/>
                      </a:lnTo>
                      <a:lnTo>
                        <a:pt x="5981" y="221"/>
                      </a:lnTo>
                      <a:lnTo>
                        <a:pt x="4954" y="551"/>
                      </a:lnTo>
                      <a:lnTo>
                        <a:pt x="3963" y="881"/>
                      </a:lnTo>
                      <a:lnTo>
                        <a:pt x="3192" y="1175"/>
                      </a:lnTo>
                      <a:lnTo>
                        <a:pt x="2679" y="1358"/>
                      </a:lnTo>
                      <a:lnTo>
                        <a:pt x="2165" y="1615"/>
                      </a:lnTo>
                      <a:lnTo>
                        <a:pt x="1762" y="1799"/>
                      </a:lnTo>
                      <a:lnTo>
                        <a:pt x="1395" y="1982"/>
                      </a:lnTo>
                      <a:lnTo>
                        <a:pt x="881" y="2239"/>
                      </a:lnTo>
                      <a:lnTo>
                        <a:pt x="404" y="2496"/>
                      </a:lnTo>
                      <a:lnTo>
                        <a:pt x="74" y="2753"/>
                      </a:lnTo>
                      <a:lnTo>
                        <a:pt x="37" y="2826"/>
                      </a:lnTo>
                      <a:lnTo>
                        <a:pt x="0" y="2899"/>
                      </a:lnTo>
                      <a:lnTo>
                        <a:pt x="110" y="2973"/>
                      </a:lnTo>
                      <a:lnTo>
                        <a:pt x="367" y="3193"/>
                      </a:lnTo>
                      <a:lnTo>
                        <a:pt x="844" y="3487"/>
                      </a:lnTo>
                      <a:lnTo>
                        <a:pt x="1358" y="3707"/>
                      </a:lnTo>
                      <a:lnTo>
                        <a:pt x="1725" y="3853"/>
                      </a:lnTo>
                      <a:lnTo>
                        <a:pt x="2128" y="3927"/>
                      </a:lnTo>
                      <a:lnTo>
                        <a:pt x="2532" y="4000"/>
                      </a:lnTo>
                      <a:lnTo>
                        <a:pt x="2972" y="4037"/>
                      </a:lnTo>
                      <a:lnTo>
                        <a:pt x="3376" y="4000"/>
                      </a:lnTo>
                      <a:lnTo>
                        <a:pt x="3780" y="3963"/>
                      </a:lnTo>
                      <a:lnTo>
                        <a:pt x="4146" y="3890"/>
                      </a:lnTo>
                      <a:lnTo>
                        <a:pt x="4623" y="3707"/>
                      </a:lnTo>
                      <a:lnTo>
                        <a:pt x="5100" y="3487"/>
                      </a:lnTo>
                      <a:lnTo>
                        <a:pt x="5394" y="3303"/>
                      </a:lnTo>
                      <a:lnTo>
                        <a:pt x="5651" y="3120"/>
                      </a:lnTo>
                      <a:lnTo>
                        <a:pt x="5908" y="2899"/>
                      </a:lnTo>
                      <a:lnTo>
                        <a:pt x="6128" y="2679"/>
                      </a:lnTo>
                      <a:lnTo>
                        <a:pt x="6348" y="2459"/>
                      </a:lnTo>
                      <a:lnTo>
                        <a:pt x="6531" y="2202"/>
                      </a:lnTo>
                      <a:lnTo>
                        <a:pt x="6788" y="1725"/>
                      </a:lnTo>
                      <a:lnTo>
                        <a:pt x="7008" y="1212"/>
                      </a:lnTo>
                      <a:lnTo>
                        <a:pt x="7155" y="661"/>
                      </a:lnTo>
                      <a:lnTo>
                        <a:pt x="7229" y="478"/>
                      </a:lnTo>
                      <a:lnTo>
                        <a:pt x="7302" y="184"/>
                      </a:lnTo>
                      <a:lnTo>
                        <a:pt x="7302" y="74"/>
                      </a:lnTo>
                      <a:lnTo>
                        <a:pt x="715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23242;p37">
                  <a:extLst>
                    <a:ext uri="{FF2B5EF4-FFF2-40B4-BE49-F238E27FC236}">
                      <a16:creationId xmlns:a16="http://schemas.microsoft.com/office/drawing/2014/main" id="{560F6FE4-8957-A095-1C90-616CA03CC6D7}"/>
                    </a:ext>
                  </a:extLst>
                </p:cNvPr>
                <p:cNvSpPr/>
                <p:nvPr/>
              </p:nvSpPr>
              <p:spPr>
                <a:xfrm>
                  <a:off x="7894216" y="480975"/>
                  <a:ext cx="247940" cy="13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9" h="4184" extrusionOk="0">
                      <a:moveTo>
                        <a:pt x="7376" y="1"/>
                      </a:moveTo>
                      <a:lnTo>
                        <a:pt x="7339" y="37"/>
                      </a:lnTo>
                      <a:lnTo>
                        <a:pt x="7339" y="147"/>
                      </a:lnTo>
                      <a:lnTo>
                        <a:pt x="7266" y="441"/>
                      </a:lnTo>
                      <a:lnTo>
                        <a:pt x="7192" y="624"/>
                      </a:lnTo>
                      <a:lnTo>
                        <a:pt x="7045" y="1175"/>
                      </a:lnTo>
                      <a:lnTo>
                        <a:pt x="6825" y="1688"/>
                      </a:lnTo>
                      <a:lnTo>
                        <a:pt x="6568" y="2165"/>
                      </a:lnTo>
                      <a:lnTo>
                        <a:pt x="6385" y="2422"/>
                      </a:lnTo>
                      <a:lnTo>
                        <a:pt x="6165" y="2642"/>
                      </a:lnTo>
                      <a:lnTo>
                        <a:pt x="5945" y="2862"/>
                      </a:lnTo>
                      <a:lnTo>
                        <a:pt x="5688" y="3083"/>
                      </a:lnTo>
                      <a:lnTo>
                        <a:pt x="5431" y="3266"/>
                      </a:lnTo>
                      <a:lnTo>
                        <a:pt x="5137" y="3450"/>
                      </a:lnTo>
                      <a:lnTo>
                        <a:pt x="4660" y="3670"/>
                      </a:lnTo>
                      <a:lnTo>
                        <a:pt x="4183" y="3853"/>
                      </a:lnTo>
                      <a:lnTo>
                        <a:pt x="3817" y="3926"/>
                      </a:lnTo>
                      <a:lnTo>
                        <a:pt x="3413" y="3963"/>
                      </a:lnTo>
                      <a:lnTo>
                        <a:pt x="3009" y="4000"/>
                      </a:lnTo>
                      <a:lnTo>
                        <a:pt x="2569" y="3963"/>
                      </a:lnTo>
                      <a:lnTo>
                        <a:pt x="2165" y="3890"/>
                      </a:lnTo>
                      <a:lnTo>
                        <a:pt x="1762" y="3816"/>
                      </a:lnTo>
                      <a:lnTo>
                        <a:pt x="1395" y="3670"/>
                      </a:lnTo>
                      <a:lnTo>
                        <a:pt x="881" y="3450"/>
                      </a:lnTo>
                      <a:lnTo>
                        <a:pt x="404" y="3156"/>
                      </a:lnTo>
                      <a:lnTo>
                        <a:pt x="147" y="2936"/>
                      </a:lnTo>
                      <a:lnTo>
                        <a:pt x="37" y="2862"/>
                      </a:lnTo>
                      <a:lnTo>
                        <a:pt x="1" y="2899"/>
                      </a:lnTo>
                      <a:lnTo>
                        <a:pt x="1" y="2973"/>
                      </a:lnTo>
                      <a:lnTo>
                        <a:pt x="37" y="3009"/>
                      </a:lnTo>
                      <a:lnTo>
                        <a:pt x="111" y="3083"/>
                      </a:lnTo>
                      <a:lnTo>
                        <a:pt x="478" y="3376"/>
                      </a:lnTo>
                      <a:lnTo>
                        <a:pt x="881" y="3633"/>
                      </a:lnTo>
                      <a:lnTo>
                        <a:pt x="1248" y="3816"/>
                      </a:lnTo>
                      <a:lnTo>
                        <a:pt x="1652" y="4000"/>
                      </a:lnTo>
                      <a:lnTo>
                        <a:pt x="2129" y="4110"/>
                      </a:lnTo>
                      <a:lnTo>
                        <a:pt x="2679" y="4183"/>
                      </a:lnTo>
                      <a:lnTo>
                        <a:pt x="3523" y="4183"/>
                      </a:lnTo>
                      <a:lnTo>
                        <a:pt x="3853" y="4147"/>
                      </a:lnTo>
                      <a:lnTo>
                        <a:pt x="4183" y="4073"/>
                      </a:lnTo>
                      <a:lnTo>
                        <a:pt x="4514" y="3963"/>
                      </a:lnTo>
                      <a:lnTo>
                        <a:pt x="4844" y="3816"/>
                      </a:lnTo>
                      <a:lnTo>
                        <a:pt x="5174" y="3670"/>
                      </a:lnTo>
                      <a:lnTo>
                        <a:pt x="5541" y="3450"/>
                      </a:lnTo>
                      <a:lnTo>
                        <a:pt x="5871" y="3193"/>
                      </a:lnTo>
                      <a:lnTo>
                        <a:pt x="6238" y="2862"/>
                      </a:lnTo>
                      <a:lnTo>
                        <a:pt x="6568" y="2496"/>
                      </a:lnTo>
                      <a:lnTo>
                        <a:pt x="6862" y="2092"/>
                      </a:lnTo>
                      <a:lnTo>
                        <a:pt x="7082" y="1615"/>
                      </a:lnTo>
                      <a:lnTo>
                        <a:pt x="7229" y="1285"/>
                      </a:lnTo>
                      <a:lnTo>
                        <a:pt x="7339" y="918"/>
                      </a:lnTo>
                      <a:lnTo>
                        <a:pt x="7412" y="661"/>
                      </a:lnTo>
                      <a:lnTo>
                        <a:pt x="7449" y="404"/>
                      </a:lnTo>
                      <a:lnTo>
                        <a:pt x="7412" y="74"/>
                      </a:lnTo>
                      <a:lnTo>
                        <a:pt x="741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23243;p37">
                  <a:extLst>
                    <a:ext uri="{FF2B5EF4-FFF2-40B4-BE49-F238E27FC236}">
                      <a16:creationId xmlns:a16="http://schemas.microsoft.com/office/drawing/2014/main" id="{32C3E14C-ECAE-13E2-15B0-4DD9788727F0}"/>
                    </a:ext>
                  </a:extLst>
                </p:cNvPr>
                <p:cNvSpPr/>
                <p:nvPr/>
              </p:nvSpPr>
              <p:spPr>
                <a:xfrm>
                  <a:off x="7906432" y="493191"/>
                  <a:ext cx="177109" cy="78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1" h="2349" extrusionOk="0">
                      <a:moveTo>
                        <a:pt x="5284" y="0"/>
                      </a:moveTo>
                      <a:lnTo>
                        <a:pt x="5247" y="37"/>
                      </a:lnTo>
                      <a:lnTo>
                        <a:pt x="4550" y="221"/>
                      </a:lnTo>
                      <a:lnTo>
                        <a:pt x="3853" y="441"/>
                      </a:lnTo>
                      <a:lnTo>
                        <a:pt x="2386" y="1028"/>
                      </a:lnTo>
                      <a:lnTo>
                        <a:pt x="1578" y="1358"/>
                      </a:lnTo>
                      <a:lnTo>
                        <a:pt x="844" y="1725"/>
                      </a:lnTo>
                      <a:lnTo>
                        <a:pt x="331" y="2018"/>
                      </a:lnTo>
                      <a:lnTo>
                        <a:pt x="111" y="2202"/>
                      </a:lnTo>
                      <a:lnTo>
                        <a:pt x="1" y="2312"/>
                      </a:lnTo>
                      <a:lnTo>
                        <a:pt x="1" y="2349"/>
                      </a:lnTo>
                      <a:lnTo>
                        <a:pt x="37" y="2349"/>
                      </a:lnTo>
                      <a:lnTo>
                        <a:pt x="74" y="2312"/>
                      </a:lnTo>
                      <a:lnTo>
                        <a:pt x="404" y="2092"/>
                      </a:lnTo>
                      <a:lnTo>
                        <a:pt x="1101" y="1725"/>
                      </a:lnTo>
                      <a:lnTo>
                        <a:pt x="1652" y="1431"/>
                      </a:lnTo>
                      <a:lnTo>
                        <a:pt x="2239" y="1175"/>
                      </a:lnTo>
                      <a:lnTo>
                        <a:pt x="2899" y="918"/>
                      </a:lnTo>
                      <a:lnTo>
                        <a:pt x="3523" y="661"/>
                      </a:lnTo>
                      <a:lnTo>
                        <a:pt x="4183" y="404"/>
                      </a:lnTo>
                      <a:lnTo>
                        <a:pt x="4844" y="221"/>
                      </a:lnTo>
                      <a:lnTo>
                        <a:pt x="5247" y="111"/>
                      </a:lnTo>
                      <a:lnTo>
                        <a:pt x="5321" y="74"/>
                      </a:lnTo>
                      <a:lnTo>
                        <a:pt x="5321" y="37"/>
                      </a:lnTo>
                      <a:lnTo>
                        <a:pt x="5284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23244;p37">
                  <a:extLst>
                    <a:ext uri="{FF2B5EF4-FFF2-40B4-BE49-F238E27FC236}">
                      <a16:creationId xmlns:a16="http://schemas.microsoft.com/office/drawing/2014/main" id="{8B425424-068C-D227-8807-EB89B28E617B}"/>
                    </a:ext>
                  </a:extLst>
                </p:cNvPr>
                <p:cNvSpPr/>
                <p:nvPr/>
              </p:nvSpPr>
              <p:spPr>
                <a:xfrm>
                  <a:off x="8045662" y="544483"/>
                  <a:ext cx="9786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515" extrusionOk="0">
                      <a:moveTo>
                        <a:pt x="74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147" y="441"/>
                      </a:lnTo>
                      <a:lnTo>
                        <a:pt x="184" y="477"/>
                      </a:lnTo>
                      <a:lnTo>
                        <a:pt x="221" y="514"/>
                      </a:lnTo>
                      <a:lnTo>
                        <a:pt x="257" y="477"/>
                      </a:lnTo>
                      <a:lnTo>
                        <a:pt x="294" y="404"/>
                      </a:lnTo>
                      <a:lnTo>
                        <a:pt x="257" y="367"/>
                      </a:lnTo>
                      <a:lnTo>
                        <a:pt x="184" y="184"/>
                      </a:lnTo>
                      <a:lnTo>
                        <a:pt x="110" y="37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23245;p37">
                  <a:extLst>
                    <a:ext uri="{FF2B5EF4-FFF2-40B4-BE49-F238E27FC236}">
                      <a16:creationId xmlns:a16="http://schemas.microsoft.com/office/drawing/2014/main" id="{090B367E-7CEA-0113-173E-3DEEBA62D406}"/>
                    </a:ext>
                  </a:extLst>
                </p:cNvPr>
                <p:cNvSpPr/>
                <p:nvPr/>
              </p:nvSpPr>
              <p:spPr>
                <a:xfrm>
                  <a:off x="8060307" y="521284"/>
                  <a:ext cx="8588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515" extrusionOk="0">
                      <a:moveTo>
                        <a:pt x="74" y="0"/>
                      </a:moveTo>
                      <a:lnTo>
                        <a:pt x="37" y="37"/>
                      </a:lnTo>
                      <a:lnTo>
                        <a:pt x="1" y="37"/>
                      </a:lnTo>
                      <a:lnTo>
                        <a:pt x="37" y="74"/>
                      </a:lnTo>
                      <a:lnTo>
                        <a:pt x="74" y="257"/>
                      </a:lnTo>
                      <a:lnTo>
                        <a:pt x="147" y="441"/>
                      </a:lnTo>
                      <a:lnTo>
                        <a:pt x="147" y="477"/>
                      </a:lnTo>
                      <a:lnTo>
                        <a:pt x="221" y="514"/>
                      </a:lnTo>
                      <a:lnTo>
                        <a:pt x="257" y="441"/>
                      </a:lnTo>
                      <a:lnTo>
                        <a:pt x="147" y="74"/>
                      </a:lnTo>
                      <a:lnTo>
                        <a:pt x="111" y="37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23246;p37">
                  <a:extLst>
                    <a:ext uri="{FF2B5EF4-FFF2-40B4-BE49-F238E27FC236}">
                      <a16:creationId xmlns:a16="http://schemas.microsoft.com/office/drawing/2014/main" id="{6520E630-2F56-DEA8-09E0-E2D09FBAC15F}"/>
                    </a:ext>
                  </a:extLst>
                </p:cNvPr>
                <p:cNvSpPr/>
                <p:nvPr/>
              </p:nvSpPr>
              <p:spPr>
                <a:xfrm>
                  <a:off x="8079846" y="544483"/>
                  <a:ext cx="8588" cy="15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478" extrusionOk="0">
                      <a:moveTo>
                        <a:pt x="1" y="0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111" y="367"/>
                      </a:lnTo>
                      <a:lnTo>
                        <a:pt x="147" y="441"/>
                      </a:lnTo>
                      <a:lnTo>
                        <a:pt x="184" y="477"/>
                      </a:lnTo>
                      <a:lnTo>
                        <a:pt x="221" y="477"/>
                      </a:lnTo>
                      <a:lnTo>
                        <a:pt x="258" y="441"/>
                      </a:lnTo>
                      <a:lnTo>
                        <a:pt x="258" y="404"/>
                      </a:lnTo>
                      <a:lnTo>
                        <a:pt x="258" y="367"/>
                      </a:lnTo>
                      <a:lnTo>
                        <a:pt x="184" y="184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23247;p37">
                  <a:extLst>
                    <a:ext uri="{FF2B5EF4-FFF2-40B4-BE49-F238E27FC236}">
                      <a16:creationId xmlns:a16="http://schemas.microsoft.com/office/drawing/2014/main" id="{F0EBAA9B-70D9-AF3C-926A-CD55793166B7}"/>
                    </a:ext>
                  </a:extLst>
                </p:cNvPr>
                <p:cNvSpPr/>
                <p:nvPr/>
              </p:nvSpPr>
              <p:spPr>
                <a:xfrm>
                  <a:off x="8083507" y="510299"/>
                  <a:ext cx="8588" cy="14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441" extrusionOk="0">
                      <a:moveTo>
                        <a:pt x="37" y="0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74" y="257"/>
                      </a:lnTo>
                      <a:lnTo>
                        <a:pt x="111" y="404"/>
                      </a:lnTo>
                      <a:lnTo>
                        <a:pt x="148" y="440"/>
                      </a:lnTo>
                      <a:lnTo>
                        <a:pt x="221" y="440"/>
                      </a:lnTo>
                      <a:lnTo>
                        <a:pt x="221" y="404"/>
                      </a:lnTo>
                      <a:lnTo>
                        <a:pt x="258" y="367"/>
                      </a:lnTo>
                      <a:lnTo>
                        <a:pt x="221" y="330"/>
                      </a:lnTo>
                      <a:lnTo>
                        <a:pt x="148" y="74"/>
                      </a:lnTo>
                      <a:lnTo>
                        <a:pt x="111" y="37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23248;p37">
                  <a:extLst>
                    <a:ext uri="{FF2B5EF4-FFF2-40B4-BE49-F238E27FC236}">
                      <a16:creationId xmlns:a16="http://schemas.microsoft.com/office/drawing/2014/main" id="{0A662F61-643E-B4D5-6EBA-19D5F94FBA25}"/>
                    </a:ext>
                  </a:extLst>
                </p:cNvPr>
                <p:cNvSpPr/>
                <p:nvPr/>
              </p:nvSpPr>
              <p:spPr>
                <a:xfrm>
                  <a:off x="8103045" y="518820"/>
                  <a:ext cx="7356" cy="14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442" extrusionOk="0">
                      <a:moveTo>
                        <a:pt x="38" y="1"/>
                      </a:moveTo>
                      <a:lnTo>
                        <a:pt x="1" y="38"/>
                      </a:lnTo>
                      <a:lnTo>
                        <a:pt x="1" y="111"/>
                      </a:lnTo>
                      <a:lnTo>
                        <a:pt x="74" y="331"/>
                      </a:lnTo>
                      <a:lnTo>
                        <a:pt x="111" y="405"/>
                      </a:lnTo>
                      <a:lnTo>
                        <a:pt x="184" y="441"/>
                      </a:lnTo>
                      <a:lnTo>
                        <a:pt x="221" y="368"/>
                      </a:lnTo>
                      <a:lnTo>
                        <a:pt x="111" y="38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23249;p37">
                  <a:extLst>
                    <a:ext uri="{FF2B5EF4-FFF2-40B4-BE49-F238E27FC236}">
                      <a16:creationId xmlns:a16="http://schemas.microsoft.com/office/drawing/2014/main" id="{6ED18AF9-6E07-EEA2-B806-53DDF60D7C02}"/>
                    </a:ext>
                  </a:extLst>
                </p:cNvPr>
                <p:cNvSpPr/>
                <p:nvPr/>
              </p:nvSpPr>
              <p:spPr>
                <a:xfrm>
                  <a:off x="8105508" y="495621"/>
                  <a:ext cx="7356" cy="12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368" extrusionOk="0">
                      <a:moveTo>
                        <a:pt x="0" y="1"/>
                      </a:moveTo>
                      <a:lnTo>
                        <a:pt x="0" y="74"/>
                      </a:lnTo>
                      <a:lnTo>
                        <a:pt x="74" y="331"/>
                      </a:lnTo>
                      <a:lnTo>
                        <a:pt x="110" y="368"/>
                      </a:lnTo>
                      <a:lnTo>
                        <a:pt x="147" y="368"/>
                      </a:lnTo>
                      <a:lnTo>
                        <a:pt x="220" y="331"/>
                      </a:lnTo>
                      <a:lnTo>
                        <a:pt x="220" y="294"/>
                      </a:lnTo>
                      <a:lnTo>
                        <a:pt x="184" y="148"/>
                      </a:lnTo>
                      <a:lnTo>
                        <a:pt x="110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23250;p37">
                  <a:extLst>
                    <a:ext uri="{FF2B5EF4-FFF2-40B4-BE49-F238E27FC236}">
                      <a16:creationId xmlns:a16="http://schemas.microsoft.com/office/drawing/2014/main" id="{B9010C6F-B2DD-AE84-F090-49F26906807C}"/>
                    </a:ext>
                  </a:extLst>
                </p:cNvPr>
                <p:cNvSpPr/>
                <p:nvPr/>
              </p:nvSpPr>
              <p:spPr>
                <a:xfrm>
                  <a:off x="8042001" y="577468"/>
                  <a:ext cx="7356" cy="14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441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0" y="110"/>
                      </a:lnTo>
                      <a:lnTo>
                        <a:pt x="110" y="440"/>
                      </a:lnTo>
                      <a:lnTo>
                        <a:pt x="184" y="440"/>
                      </a:lnTo>
                      <a:lnTo>
                        <a:pt x="220" y="367"/>
                      </a:lnTo>
                      <a:lnTo>
                        <a:pt x="184" y="330"/>
                      </a:lnTo>
                      <a:lnTo>
                        <a:pt x="74" y="37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3251;p37">
                  <a:extLst>
                    <a:ext uri="{FF2B5EF4-FFF2-40B4-BE49-F238E27FC236}">
                      <a16:creationId xmlns:a16="http://schemas.microsoft.com/office/drawing/2014/main" id="{950817AF-9B59-1CFA-858B-890DAD26116E}"/>
                    </a:ext>
                  </a:extLst>
                </p:cNvPr>
                <p:cNvSpPr/>
                <p:nvPr/>
              </p:nvSpPr>
              <p:spPr>
                <a:xfrm>
                  <a:off x="7958955" y="562790"/>
                  <a:ext cx="7356" cy="13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405" extrusionOk="0">
                      <a:moveTo>
                        <a:pt x="74" y="1"/>
                      </a:moveTo>
                      <a:lnTo>
                        <a:pt x="37" y="38"/>
                      </a:lnTo>
                      <a:lnTo>
                        <a:pt x="0" y="74"/>
                      </a:lnTo>
                      <a:lnTo>
                        <a:pt x="110" y="331"/>
                      </a:lnTo>
                      <a:lnTo>
                        <a:pt x="147" y="404"/>
                      </a:lnTo>
                      <a:lnTo>
                        <a:pt x="184" y="404"/>
                      </a:lnTo>
                      <a:lnTo>
                        <a:pt x="220" y="331"/>
                      </a:lnTo>
                      <a:lnTo>
                        <a:pt x="220" y="294"/>
                      </a:lnTo>
                      <a:lnTo>
                        <a:pt x="110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3252;p37">
                  <a:extLst>
                    <a:ext uri="{FF2B5EF4-FFF2-40B4-BE49-F238E27FC236}">
                      <a16:creationId xmlns:a16="http://schemas.microsoft.com/office/drawing/2014/main" id="{779192CA-231F-5F2D-F8C7-40E2B6C1AC7C}"/>
                    </a:ext>
                  </a:extLst>
                </p:cNvPr>
                <p:cNvSpPr/>
                <p:nvPr/>
              </p:nvSpPr>
              <p:spPr>
                <a:xfrm>
                  <a:off x="8019999" y="570113"/>
                  <a:ext cx="6158" cy="13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405" extrusionOk="0">
                      <a:moveTo>
                        <a:pt x="1" y="1"/>
                      </a:moveTo>
                      <a:lnTo>
                        <a:pt x="1" y="38"/>
                      </a:lnTo>
                      <a:lnTo>
                        <a:pt x="1" y="74"/>
                      </a:lnTo>
                      <a:lnTo>
                        <a:pt x="74" y="368"/>
                      </a:lnTo>
                      <a:lnTo>
                        <a:pt x="111" y="405"/>
                      </a:lnTo>
                      <a:lnTo>
                        <a:pt x="148" y="368"/>
                      </a:lnTo>
                      <a:lnTo>
                        <a:pt x="184" y="331"/>
                      </a:lnTo>
                      <a:lnTo>
                        <a:pt x="184" y="295"/>
                      </a:lnTo>
                      <a:lnTo>
                        <a:pt x="74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3253;p37">
                  <a:extLst>
                    <a:ext uri="{FF2B5EF4-FFF2-40B4-BE49-F238E27FC236}">
                      <a16:creationId xmlns:a16="http://schemas.microsoft.com/office/drawing/2014/main" id="{C7095E12-C091-4C02-6D5D-98CF5E24D50B}"/>
                    </a:ext>
                  </a:extLst>
                </p:cNvPr>
                <p:cNvSpPr/>
                <p:nvPr/>
              </p:nvSpPr>
              <p:spPr>
                <a:xfrm>
                  <a:off x="7927201" y="570113"/>
                  <a:ext cx="6124" cy="13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405" extrusionOk="0">
                      <a:moveTo>
                        <a:pt x="74" y="1"/>
                      </a:moveTo>
                      <a:lnTo>
                        <a:pt x="37" y="38"/>
                      </a:lnTo>
                      <a:lnTo>
                        <a:pt x="0" y="111"/>
                      </a:lnTo>
                      <a:lnTo>
                        <a:pt x="37" y="295"/>
                      </a:lnTo>
                      <a:lnTo>
                        <a:pt x="74" y="368"/>
                      </a:lnTo>
                      <a:lnTo>
                        <a:pt x="110" y="405"/>
                      </a:lnTo>
                      <a:lnTo>
                        <a:pt x="184" y="368"/>
                      </a:lnTo>
                      <a:lnTo>
                        <a:pt x="184" y="331"/>
                      </a:lnTo>
                      <a:lnTo>
                        <a:pt x="184" y="295"/>
                      </a:lnTo>
                      <a:lnTo>
                        <a:pt x="110" y="74"/>
                      </a:lnTo>
                      <a:lnTo>
                        <a:pt x="110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3254;p37">
                  <a:extLst>
                    <a:ext uri="{FF2B5EF4-FFF2-40B4-BE49-F238E27FC236}">
                      <a16:creationId xmlns:a16="http://schemas.microsoft.com/office/drawing/2014/main" id="{38DF769F-FEAE-4179-8D32-53466FAB62A7}"/>
                    </a:ext>
                  </a:extLst>
                </p:cNvPr>
                <p:cNvSpPr/>
                <p:nvPr/>
              </p:nvSpPr>
              <p:spPr>
                <a:xfrm>
                  <a:off x="7998031" y="571344"/>
                  <a:ext cx="6124" cy="13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405" extrusionOk="0">
                      <a:moveTo>
                        <a:pt x="37" y="1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110" y="368"/>
                      </a:lnTo>
                      <a:lnTo>
                        <a:pt x="110" y="404"/>
                      </a:lnTo>
                      <a:lnTo>
                        <a:pt x="147" y="404"/>
                      </a:lnTo>
                      <a:lnTo>
                        <a:pt x="184" y="368"/>
                      </a:lnTo>
                      <a:lnTo>
                        <a:pt x="184" y="331"/>
                      </a:lnTo>
                      <a:lnTo>
                        <a:pt x="110" y="74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3255;p37">
                  <a:extLst>
                    <a:ext uri="{FF2B5EF4-FFF2-40B4-BE49-F238E27FC236}">
                      <a16:creationId xmlns:a16="http://schemas.microsoft.com/office/drawing/2014/main" id="{96E3D748-A52D-378A-55BA-04BA1128C5B1}"/>
                    </a:ext>
                  </a:extLst>
                </p:cNvPr>
                <p:cNvSpPr/>
                <p:nvPr/>
              </p:nvSpPr>
              <p:spPr>
                <a:xfrm>
                  <a:off x="7987047" y="589684"/>
                  <a:ext cx="4893" cy="1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" h="404" extrusionOk="0">
                      <a:moveTo>
                        <a:pt x="0" y="0"/>
                      </a:moveTo>
                      <a:lnTo>
                        <a:pt x="0" y="37"/>
                      </a:lnTo>
                      <a:lnTo>
                        <a:pt x="0" y="73"/>
                      </a:lnTo>
                      <a:lnTo>
                        <a:pt x="37" y="184"/>
                      </a:lnTo>
                      <a:lnTo>
                        <a:pt x="74" y="330"/>
                      </a:lnTo>
                      <a:lnTo>
                        <a:pt x="74" y="367"/>
                      </a:lnTo>
                      <a:lnTo>
                        <a:pt x="110" y="404"/>
                      </a:lnTo>
                      <a:lnTo>
                        <a:pt x="147" y="367"/>
                      </a:lnTo>
                      <a:lnTo>
                        <a:pt x="147" y="330"/>
                      </a:lnTo>
                      <a:lnTo>
                        <a:pt x="147" y="294"/>
                      </a:lnTo>
                      <a:lnTo>
                        <a:pt x="110" y="14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3256;p37">
                  <a:extLst>
                    <a:ext uri="{FF2B5EF4-FFF2-40B4-BE49-F238E27FC236}">
                      <a16:creationId xmlns:a16="http://schemas.microsoft.com/office/drawing/2014/main" id="{3B39BF80-F79A-937C-187E-C884602F41E3}"/>
                    </a:ext>
                  </a:extLst>
                </p:cNvPr>
                <p:cNvSpPr/>
                <p:nvPr/>
              </p:nvSpPr>
              <p:spPr>
                <a:xfrm>
                  <a:off x="8011479" y="544483"/>
                  <a:ext cx="7356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331" extrusionOk="0">
                      <a:moveTo>
                        <a:pt x="73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110" y="294"/>
                      </a:lnTo>
                      <a:lnTo>
                        <a:pt x="110" y="331"/>
                      </a:lnTo>
                      <a:lnTo>
                        <a:pt x="147" y="331"/>
                      </a:lnTo>
                      <a:lnTo>
                        <a:pt x="220" y="257"/>
                      </a:lnTo>
                      <a:lnTo>
                        <a:pt x="147" y="111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3257;p37">
                  <a:extLst>
                    <a:ext uri="{FF2B5EF4-FFF2-40B4-BE49-F238E27FC236}">
                      <a16:creationId xmlns:a16="http://schemas.microsoft.com/office/drawing/2014/main" id="{287538B1-FD16-70A2-DA02-3C8AA172384A}"/>
                    </a:ext>
                  </a:extLst>
                </p:cNvPr>
                <p:cNvSpPr/>
                <p:nvPr/>
              </p:nvSpPr>
              <p:spPr>
                <a:xfrm>
                  <a:off x="7952831" y="587221"/>
                  <a:ext cx="6158" cy="11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331" extrusionOk="0">
                      <a:moveTo>
                        <a:pt x="38" y="1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74" y="294"/>
                      </a:lnTo>
                      <a:lnTo>
                        <a:pt x="111" y="331"/>
                      </a:lnTo>
                      <a:lnTo>
                        <a:pt x="148" y="331"/>
                      </a:lnTo>
                      <a:lnTo>
                        <a:pt x="184" y="25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3258;p37">
                  <a:extLst>
                    <a:ext uri="{FF2B5EF4-FFF2-40B4-BE49-F238E27FC236}">
                      <a16:creationId xmlns:a16="http://schemas.microsoft.com/office/drawing/2014/main" id="{65101CDC-8433-0F95-6A53-0614EBA2EAC8}"/>
                    </a:ext>
                  </a:extLst>
                </p:cNvPr>
                <p:cNvSpPr/>
                <p:nvPr/>
              </p:nvSpPr>
              <p:spPr>
                <a:xfrm>
                  <a:off x="8039538" y="518820"/>
                  <a:ext cx="4926" cy="11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332" extrusionOk="0">
                      <a:moveTo>
                        <a:pt x="1" y="1"/>
                      </a:moveTo>
                      <a:lnTo>
                        <a:pt x="1" y="38"/>
                      </a:lnTo>
                      <a:lnTo>
                        <a:pt x="1" y="74"/>
                      </a:lnTo>
                      <a:lnTo>
                        <a:pt x="38" y="258"/>
                      </a:lnTo>
                      <a:lnTo>
                        <a:pt x="38" y="295"/>
                      </a:lnTo>
                      <a:lnTo>
                        <a:pt x="74" y="331"/>
                      </a:lnTo>
                      <a:lnTo>
                        <a:pt x="111" y="331"/>
                      </a:lnTo>
                      <a:lnTo>
                        <a:pt x="111" y="295"/>
                      </a:lnTo>
                      <a:lnTo>
                        <a:pt x="148" y="258"/>
                      </a:lnTo>
                      <a:lnTo>
                        <a:pt x="148" y="221"/>
                      </a:lnTo>
                      <a:lnTo>
                        <a:pt x="111" y="148"/>
                      </a:lnTo>
                      <a:lnTo>
                        <a:pt x="74" y="38"/>
                      </a:lnTo>
                      <a:lnTo>
                        <a:pt x="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3259;p37">
                  <a:extLst>
                    <a:ext uri="{FF2B5EF4-FFF2-40B4-BE49-F238E27FC236}">
                      <a16:creationId xmlns:a16="http://schemas.microsoft.com/office/drawing/2014/main" id="{D5C19F42-F4A0-340F-2727-0E682F8AB02A}"/>
                    </a:ext>
                  </a:extLst>
                </p:cNvPr>
                <p:cNvSpPr/>
                <p:nvPr/>
              </p:nvSpPr>
              <p:spPr>
                <a:xfrm>
                  <a:off x="7993139" y="531036"/>
                  <a:ext cx="6158" cy="11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332" extrusionOk="0">
                      <a:moveTo>
                        <a:pt x="74" y="1"/>
                      </a:moveTo>
                      <a:lnTo>
                        <a:pt x="37" y="38"/>
                      </a:lnTo>
                      <a:lnTo>
                        <a:pt x="1" y="74"/>
                      </a:lnTo>
                      <a:lnTo>
                        <a:pt x="37" y="258"/>
                      </a:lnTo>
                      <a:lnTo>
                        <a:pt x="74" y="294"/>
                      </a:lnTo>
                      <a:lnTo>
                        <a:pt x="111" y="331"/>
                      </a:lnTo>
                      <a:lnTo>
                        <a:pt x="147" y="258"/>
                      </a:lnTo>
                      <a:lnTo>
                        <a:pt x="184" y="221"/>
                      </a:lnTo>
                      <a:lnTo>
                        <a:pt x="147" y="111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3260;p37">
                  <a:extLst>
                    <a:ext uri="{FF2B5EF4-FFF2-40B4-BE49-F238E27FC236}">
                      <a16:creationId xmlns:a16="http://schemas.microsoft.com/office/drawing/2014/main" id="{6CE5E895-D41C-BE2C-5529-413019D2347A}"/>
                    </a:ext>
                  </a:extLst>
                </p:cNvPr>
                <p:cNvSpPr/>
                <p:nvPr/>
              </p:nvSpPr>
              <p:spPr>
                <a:xfrm>
                  <a:off x="7938185" y="557930"/>
                  <a:ext cx="4926" cy="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294" extrusionOk="0">
                      <a:moveTo>
                        <a:pt x="1" y="0"/>
                      </a:moveTo>
                      <a:lnTo>
                        <a:pt x="1" y="73"/>
                      </a:lnTo>
                      <a:lnTo>
                        <a:pt x="37" y="220"/>
                      </a:lnTo>
                      <a:lnTo>
                        <a:pt x="74" y="294"/>
                      </a:lnTo>
                      <a:lnTo>
                        <a:pt x="111" y="294"/>
                      </a:lnTo>
                      <a:lnTo>
                        <a:pt x="147" y="257"/>
                      </a:lnTo>
                      <a:lnTo>
                        <a:pt x="147" y="220"/>
                      </a:lnTo>
                      <a:lnTo>
                        <a:pt x="111" y="110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3261;p37">
                  <a:extLst>
                    <a:ext uri="{FF2B5EF4-FFF2-40B4-BE49-F238E27FC236}">
                      <a16:creationId xmlns:a16="http://schemas.microsoft.com/office/drawing/2014/main" id="{25995E25-31F0-595D-F150-181234356C21}"/>
                    </a:ext>
                  </a:extLst>
                </p:cNvPr>
                <p:cNvSpPr/>
                <p:nvPr/>
              </p:nvSpPr>
              <p:spPr>
                <a:xfrm>
                  <a:off x="7974832" y="544483"/>
                  <a:ext cx="6124" cy="9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295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74" y="257"/>
                      </a:lnTo>
                      <a:lnTo>
                        <a:pt x="110" y="294"/>
                      </a:lnTo>
                      <a:lnTo>
                        <a:pt x="147" y="294"/>
                      </a:lnTo>
                      <a:lnTo>
                        <a:pt x="184" y="221"/>
                      </a:lnTo>
                      <a:lnTo>
                        <a:pt x="110" y="111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3262;p37">
                  <a:extLst>
                    <a:ext uri="{FF2B5EF4-FFF2-40B4-BE49-F238E27FC236}">
                      <a16:creationId xmlns:a16="http://schemas.microsoft.com/office/drawing/2014/main" id="{A2B4D6D5-71B6-FF8C-A332-A71E53C4EC18}"/>
                    </a:ext>
                  </a:extLst>
                </p:cNvPr>
                <p:cNvSpPr/>
                <p:nvPr/>
              </p:nvSpPr>
              <p:spPr>
                <a:xfrm>
                  <a:off x="8067630" y="564021"/>
                  <a:ext cx="3695" cy="9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295" extrusionOk="0">
                      <a:moveTo>
                        <a:pt x="74" y="1"/>
                      </a:moveTo>
                      <a:lnTo>
                        <a:pt x="37" y="37"/>
                      </a:lnTo>
                      <a:lnTo>
                        <a:pt x="1" y="37"/>
                      </a:lnTo>
                      <a:lnTo>
                        <a:pt x="37" y="221"/>
                      </a:lnTo>
                      <a:lnTo>
                        <a:pt x="37" y="294"/>
                      </a:lnTo>
                      <a:lnTo>
                        <a:pt x="74" y="294"/>
                      </a:lnTo>
                      <a:lnTo>
                        <a:pt x="111" y="221"/>
                      </a:lnTo>
                      <a:lnTo>
                        <a:pt x="111" y="37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2" name="Google Shape;23263;p37">
              <a:extLst>
                <a:ext uri="{FF2B5EF4-FFF2-40B4-BE49-F238E27FC236}">
                  <a16:creationId xmlns:a16="http://schemas.microsoft.com/office/drawing/2014/main" id="{24BB805E-8EEC-D28F-D39C-214C1E4E7EF7}"/>
                </a:ext>
              </a:extLst>
            </p:cNvPr>
            <p:cNvGrpSpPr/>
            <p:nvPr/>
          </p:nvGrpSpPr>
          <p:grpSpPr>
            <a:xfrm>
              <a:off x="5040266" y="2181398"/>
              <a:ext cx="245306" cy="261364"/>
              <a:chOff x="6954164" y="1594298"/>
              <a:chExt cx="274330" cy="292288"/>
            </a:xfrm>
          </p:grpSpPr>
          <p:sp>
            <p:nvSpPr>
              <p:cNvPr id="213" name="Google Shape;23264;p37">
                <a:extLst>
                  <a:ext uri="{FF2B5EF4-FFF2-40B4-BE49-F238E27FC236}">
                    <a16:creationId xmlns:a16="http://schemas.microsoft.com/office/drawing/2014/main" id="{163458D8-6216-BB6E-39CC-5229855EAA8F}"/>
                  </a:ext>
                </a:extLst>
              </p:cNvPr>
              <p:cNvSpPr/>
              <p:nvPr/>
            </p:nvSpPr>
            <p:spPr>
              <a:xfrm>
                <a:off x="6956679" y="1594298"/>
                <a:ext cx="271816" cy="292284"/>
              </a:xfrm>
              <a:custGeom>
                <a:avLst/>
                <a:gdLst/>
                <a:ahLst/>
                <a:cxnLst/>
                <a:rect l="l" t="t" r="r" b="b"/>
                <a:pathLst>
                  <a:path w="3891" h="4184" extrusionOk="0">
                    <a:moveTo>
                      <a:pt x="1285" y="1"/>
                    </a:moveTo>
                    <a:lnTo>
                      <a:pt x="1138" y="111"/>
                    </a:lnTo>
                    <a:lnTo>
                      <a:pt x="1065" y="221"/>
                    </a:lnTo>
                    <a:lnTo>
                      <a:pt x="1065" y="294"/>
                    </a:lnTo>
                    <a:lnTo>
                      <a:pt x="1102" y="405"/>
                    </a:lnTo>
                    <a:lnTo>
                      <a:pt x="1248" y="551"/>
                    </a:lnTo>
                    <a:lnTo>
                      <a:pt x="1285" y="625"/>
                    </a:lnTo>
                    <a:lnTo>
                      <a:pt x="1212" y="735"/>
                    </a:lnTo>
                    <a:lnTo>
                      <a:pt x="808" y="1505"/>
                    </a:lnTo>
                    <a:lnTo>
                      <a:pt x="184" y="2679"/>
                    </a:lnTo>
                    <a:lnTo>
                      <a:pt x="1" y="3010"/>
                    </a:lnTo>
                    <a:lnTo>
                      <a:pt x="1" y="3046"/>
                    </a:lnTo>
                    <a:lnTo>
                      <a:pt x="1" y="3120"/>
                    </a:lnTo>
                    <a:lnTo>
                      <a:pt x="258" y="3450"/>
                    </a:lnTo>
                    <a:lnTo>
                      <a:pt x="551" y="3743"/>
                    </a:lnTo>
                    <a:lnTo>
                      <a:pt x="845" y="3927"/>
                    </a:lnTo>
                    <a:lnTo>
                      <a:pt x="1175" y="4110"/>
                    </a:lnTo>
                    <a:lnTo>
                      <a:pt x="1358" y="4147"/>
                    </a:lnTo>
                    <a:lnTo>
                      <a:pt x="1542" y="4184"/>
                    </a:lnTo>
                    <a:lnTo>
                      <a:pt x="1689" y="4184"/>
                    </a:lnTo>
                    <a:lnTo>
                      <a:pt x="1689" y="4110"/>
                    </a:lnTo>
                    <a:lnTo>
                      <a:pt x="1725" y="4037"/>
                    </a:lnTo>
                    <a:lnTo>
                      <a:pt x="2055" y="3707"/>
                    </a:lnTo>
                    <a:lnTo>
                      <a:pt x="2239" y="3413"/>
                    </a:lnTo>
                    <a:lnTo>
                      <a:pt x="2826" y="2679"/>
                    </a:lnTo>
                    <a:lnTo>
                      <a:pt x="3266" y="2092"/>
                    </a:lnTo>
                    <a:lnTo>
                      <a:pt x="3340" y="1982"/>
                    </a:lnTo>
                    <a:lnTo>
                      <a:pt x="3413" y="1946"/>
                    </a:lnTo>
                    <a:lnTo>
                      <a:pt x="3450" y="1946"/>
                    </a:lnTo>
                    <a:lnTo>
                      <a:pt x="3560" y="1982"/>
                    </a:lnTo>
                    <a:lnTo>
                      <a:pt x="3670" y="2019"/>
                    </a:lnTo>
                    <a:lnTo>
                      <a:pt x="3707" y="2019"/>
                    </a:lnTo>
                    <a:lnTo>
                      <a:pt x="3780" y="1946"/>
                    </a:lnTo>
                    <a:lnTo>
                      <a:pt x="3853" y="1872"/>
                    </a:lnTo>
                    <a:lnTo>
                      <a:pt x="3890" y="1762"/>
                    </a:lnTo>
                    <a:lnTo>
                      <a:pt x="3890" y="1652"/>
                    </a:lnTo>
                    <a:lnTo>
                      <a:pt x="3817" y="1615"/>
                    </a:lnTo>
                    <a:lnTo>
                      <a:pt x="3817" y="1579"/>
                    </a:lnTo>
                    <a:lnTo>
                      <a:pt x="3413" y="1212"/>
                    </a:lnTo>
                    <a:lnTo>
                      <a:pt x="3009" y="882"/>
                    </a:lnTo>
                    <a:lnTo>
                      <a:pt x="2606" y="625"/>
                    </a:lnTo>
                    <a:lnTo>
                      <a:pt x="2202" y="368"/>
                    </a:lnTo>
                    <a:lnTo>
                      <a:pt x="1835" y="184"/>
                    </a:lnTo>
                    <a:lnTo>
                      <a:pt x="1468" y="38"/>
                    </a:lnTo>
                    <a:lnTo>
                      <a:pt x="1358" y="1"/>
                    </a:lnTo>
                    <a:lnTo>
                      <a:pt x="1322" y="1"/>
                    </a:lnTo>
                    <a:lnTo>
                      <a:pt x="1285" y="38"/>
                    </a:lnTo>
                    <a:lnTo>
                      <a:pt x="1285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4" name="Google Shape;23265;p37">
                <a:extLst>
                  <a:ext uri="{FF2B5EF4-FFF2-40B4-BE49-F238E27FC236}">
                    <a16:creationId xmlns:a16="http://schemas.microsoft.com/office/drawing/2014/main" id="{EB6A3227-23B4-F48F-F719-36B53C7DA29E}"/>
                  </a:ext>
                </a:extLst>
              </p:cNvPr>
              <p:cNvGrpSpPr/>
              <p:nvPr/>
            </p:nvGrpSpPr>
            <p:grpSpPr>
              <a:xfrm>
                <a:off x="6954164" y="1594298"/>
                <a:ext cx="271750" cy="292288"/>
                <a:chOff x="3872588" y="1212490"/>
                <a:chExt cx="129479" cy="139264"/>
              </a:xfrm>
            </p:grpSpPr>
            <p:sp>
              <p:nvSpPr>
                <p:cNvPr id="215" name="Google Shape;23266;p37">
                  <a:extLst>
                    <a:ext uri="{FF2B5EF4-FFF2-40B4-BE49-F238E27FC236}">
                      <a16:creationId xmlns:a16="http://schemas.microsoft.com/office/drawing/2014/main" id="{C132925C-42C8-09DD-D051-EF1512E8A4C7}"/>
                    </a:ext>
                  </a:extLst>
                </p:cNvPr>
                <p:cNvSpPr/>
                <p:nvPr/>
              </p:nvSpPr>
              <p:spPr>
                <a:xfrm>
                  <a:off x="3872588" y="1212490"/>
                  <a:ext cx="129479" cy="13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0" h="4184" extrusionOk="0">
                      <a:moveTo>
                        <a:pt x="1284" y="0"/>
                      </a:moveTo>
                      <a:lnTo>
                        <a:pt x="1174" y="110"/>
                      </a:lnTo>
                      <a:lnTo>
                        <a:pt x="1064" y="221"/>
                      </a:lnTo>
                      <a:lnTo>
                        <a:pt x="1064" y="294"/>
                      </a:lnTo>
                      <a:lnTo>
                        <a:pt x="1138" y="404"/>
                      </a:lnTo>
                      <a:lnTo>
                        <a:pt x="1248" y="551"/>
                      </a:lnTo>
                      <a:lnTo>
                        <a:pt x="1284" y="624"/>
                      </a:lnTo>
                      <a:lnTo>
                        <a:pt x="1211" y="734"/>
                      </a:lnTo>
                      <a:lnTo>
                        <a:pt x="807" y="1505"/>
                      </a:lnTo>
                      <a:lnTo>
                        <a:pt x="184" y="2679"/>
                      </a:lnTo>
                      <a:lnTo>
                        <a:pt x="0" y="3009"/>
                      </a:lnTo>
                      <a:lnTo>
                        <a:pt x="0" y="3046"/>
                      </a:lnTo>
                      <a:lnTo>
                        <a:pt x="0" y="3119"/>
                      </a:lnTo>
                      <a:lnTo>
                        <a:pt x="257" y="3449"/>
                      </a:lnTo>
                      <a:lnTo>
                        <a:pt x="587" y="3743"/>
                      </a:lnTo>
                      <a:lnTo>
                        <a:pt x="881" y="3926"/>
                      </a:lnTo>
                      <a:lnTo>
                        <a:pt x="1211" y="4110"/>
                      </a:lnTo>
                      <a:lnTo>
                        <a:pt x="1394" y="4146"/>
                      </a:lnTo>
                      <a:lnTo>
                        <a:pt x="1578" y="4183"/>
                      </a:lnTo>
                      <a:lnTo>
                        <a:pt x="1688" y="4183"/>
                      </a:lnTo>
                      <a:lnTo>
                        <a:pt x="1725" y="4110"/>
                      </a:lnTo>
                      <a:lnTo>
                        <a:pt x="1761" y="4036"/>
                      </a:lnTo>
                      <a:lnTo>
                        <a:pt x="2055" y="3706"/>
                      </a:lnTo>
                      <a:lnTo>
                        <a:pt x="2275" y="3413"/>
                      </a:lnTo>
                      <a:lnTo>
                        <a:pt x="2825" y="2679"/>
                      </a:lnTo>
                      <a:lnTo>
                        <a:pt x="3266" y="2092"/>
                      </a:lnTo>
                      <a:lnTo>
                        <a:pt x="3339" y="1982"/>
                      </a:lnTo>
                      <a:lnTo>
                        <a:pt x="3412" y="1945"/>
                      </a:lnTo>
                      <a:lnTo>
                        <a:pt x="3449" y="1945"/>
                      </a:lnTo>
                      <a:lnTo>
                        <a:pt x="3559" y="1982"/>
                      </a:lnTo>
                      <a:lnTo>
                        <a:pt x="3669" y="2018"/>
                      </a:lnTo>
                      <a:lnTo>
                        <a:pt x="3743" y="1982"/>
                      </a:lnTo>
                      <a:lnTo>
                        <a:pt x="3779" y="1945"/>
                      </a:lnTo>
                      <a:lnTo>
                        <a:pt x="3853" y="1872"/>
                      </a:lnTo>
                      <a:lnTo>
                        <a:pt x="3889" y="1762"/>
                      </a:lnTo>
                      <a:lnTo>
                        <a:pt x="3889" y="1651"/>
                      </a:lnTo>
                      <a:lnTo>
                        <a:pt x="3816" y="1615"/>
                      </a:lnTo>
                      <a:lnTo>
                        <a:pt x="3743" y="1578"/>
                      </a:lnTo>
                      <a:lnTo>
                        <a:pt x="3302" y="1468"/>
                      </a:lnTo>
                      <a:lnTo>
                        <a:pt x="2862" y="1248"/>
                      </a:lnTo>
                      <a:lnTo>
                        <a:pt x="2458" y="991"/>
                      </a:lnTo>
                      <a:lnTo>
                        <a:pt x="1871" y="587"/>
                      </a:lnTo>
                      <a:lnTo>
                        <a:pt x="1578" y="367"/>
                      </a:lnTo>
                      <a:lnTo>
                        <a:pt x="1541" y="294"/>
                      </a:lnTo>
                      <a:lnTo>
                        <a:pt x="1431" y="184"/>
                      </a:lnTo>
                      <a:lnTo>
                        <a:pt x="1358" y="110"/>
                      </a:lnTo>
                      <a:lnTo>
                        <a:pt x="128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3267;p37">
                  <a:extLst>
                    <a:ext uri="{FF2B5EF4-FFF2-40B4-BE49-F238E27FC236}">
                      <a16:creationId xmlns:a16="http://schemas.microsoft.com/office/drawing/2014/main" id="{6D5FFB1B-3EAE-B1B2-37CB-A393229E80D3}"/>
                    </a:ext>
                  </a:extLst>
                </p:cNvPr>
                <p:cNvSpPr/>
                <p:nvPr/>
              </p:nvSpPr>
              <p:spPr>
                <a:xfrm>
                  <a:off x="3884804" y="1263782"/>
                  <a:ext cx="79385" cy="6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5" h="2019" extrusionOk="0">
                      <a:moveTo>
                        <a:pt x="440" y="0"/>
                      </a:moveTo>
                      <a:lnTo>
                        <a:pt x="294" y="331"/>
                      </a:lnTo>
                      <a:lnTo>
                        <a:pt x="147" y="587"/>
                      </a:lnTo>
                      <a:lnTo>
                        <a:pt x="0" y="881"/>
                      </a:lnTo>
                      <a:lnTo>
                        <a:pt x="37" y="954"/>
                      </a:lnTo>
                      <a:lnTo>
                        <a:pt x="220" y="1174"/>
                      </a:lnTo>
                      <a:lnTo>
                        <a:pt x="477" y="1431"/>
                      </a:lnTo>
                      <a:lnTo>
                        <a:pt x="771" y="1615"/>
                      </a:lnTo>
                      <a:lnTo>
                        <a:pt x="1101" y="1835"/>
                      </a:lnTo>
                      <a:lnTo>
                        <a:pt x="1504" y="1982"/>
                      </a:lnTo>
                      <a:lnTo>
                        <a:pt x="1614" y="2018"/>
                      </a:lnTo>
                      <a:lnTo>
                        <a:pt x="1688" y="2018"/>
                      </a:lnTo>
                      <a:lnTo>
                        <a:pt x="1761" y="1982"/>
                      </a:lnTo>
                      <a:lnTo>
                        <a:pt x="1835" y="1908"/>
                      </a:lnTo>
                      <a:lnTo>
                        <a:pt x="2091" y="1615"/>
                      </a:lnTo>
                      <a:lnTo>
                        <a:pt x="2312" y="1285"/>
                      </a:lnTo>
                      <a:lnTo>
                        <a:pt x="2348" y="1211"/>
                      </a:lnTo>
                      <a:lnTo>
                        <a:pt x="2385" y="1138"/>
                      </a:lnTo>
                      <a:lnTo>
                        <a:pt x="2348" y="1064"/>
                      </a:lnTo>
                      <a:lnTo>
                        <a:pt x="2275" y="1064"/>
                      </a:lnTo>
                      <a:lnTo>
                        <a:pt x="2018" y="954"/>
                      </a:lnTo>
                      <a:lnTo>
                        <a:pt x="1578" y="808"/>
                      </a:lnTo>
                      <a:lnTo>
                        <a:pt x="1174" y="587"/>
                      </a:lnTo>
                      <a:lnTo>
                        <a:pt x="807" y="331"/>
                      </a:lnTo>
                      <a:lnTo>
                        <a:pt x="477" y="74"/>
                      </a:ln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3268;p37">
                  <a:extLst>
                    <a:ext uri="{FF2B5EF4-FFF2-40B4-BE49-F238E27FC236}">
                      <a16:creationId xmlns:a16="http://schemas.microsoft.com/office/drawing/2014/main" id="{F04119C3-7028-33E7-3A49-9AADA454B3F8}"/>
                    </a:ext>
                  </a:extLst>
                </p:cNvPr>
                <p:cNvSpPr/>
                <p:nvPr/>
              </p:nvSpPr>
              <p:spPr>
                <a:xfrm>
                  <a:off x="3915326" y="1212490"/>
                  <a:ext cx="85509" cy="5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" h="1652" extrusionOk="0">
                      <a:moveTo>
                        <a:pt x="74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0" y="147"/>
                      </a:lnTo>
                      <a:lnTo>
                        <a:pt x="184" y="331"/>
                      </a:lnTo>
                      <a:lnTo>
                        <a:pt x="587" y="697"/>
                      </a:lnTo>
                      <a:lnTo>
                        <a:pt x="1064" y="1064"/>
                      </a:lnTo>
                      <a:lnTo>
                        <a:pt x="1395" y="1248"/>
                      </a:lnTo>
                      <a:lnTo>
                        <a:pt x="1798" y="1431"/>
                      </a:lnTo>
                      <a:lnTo>
                        <a:pt x="2202" y="1578"/>
                      </a:lnTo>
                      <a:lnTo>
                        <a:pt x="2495" y="1651"/>
                      </a:lnTo>
                      <a:lnTo>
                        <a:pt x="2532" y="1651"/>
                      </a:lnTo>
                      <a:lnTo>
                        <a:pt x="2569" y="1615"/>
                      </a:lnTo>
                      <a:lnTo>
                        <a:pt x="2532" y="1578"/>
                      </a:lnTo>
                      <a:lnTo>
                        <a:pt x="2128" y="1211"/>
                      </a:lnTo>
                      <a:lnTo>
                        <a:pt x="1725" y="881"/>
                      </a:lnTo>
                      <a:lnTo>
                        <a:pt x="1321" y="624"/>
                      </a:lnTo>
                      <a:lnTo>
                        <a:pt x="918" y="367"/>
                      </a:lnTo>
                      <a:lnTo>
                        <a:pt x="551" y="184"/>
                      </a:lnTo>
                      <a:lnTo>
                        <a:pt x="184" y="37"/>
                      </a:lnTo>
                      <a:lnTo>
                        <a:pt x="7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3269;p37">
                  <a:extLst>
                    <a:ext uri="{FF2B5EF4-FFF2-40B4-BE49-F238E27FC236}">
                      <a16:creationId xmlns:a16="http://schemas.microsoft.com/office/drawing/2014/main" id="{1011BF07-0502-79AB-F666-62FD36F199BF}"/>
                    </a:ext>
                  </a:extLst>
                </p:cNvPr>
                <p:cNvSpPr/>
                <p:nvPr/>
              </p:nvSpPr>
              <p:spPr>
                <a:xfrm>
                  <a:off x="3879911" y="1239351"/>
                  <a:ext cx="42771" cy="7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" h="2313" extrusionOk="0">
                      <a:moveTo>
                        <a:pt x="1174" y="1"/>
                      </a:moveTo>
                      <a:lnTo>
                        <a:pt x="1101" y="74"/>
                      </a:lnTo>
                      <a:lnTo>
                        <a:pt x="1064" y="184"/>
                      </a:lnTo>
                      <a:lnTo>
                        <a:pt x="587" y="1065"/>
                      </a:lnTo>
                      <a:lnTo>
                        <a:pt x="330" y="1615"/>
                      </a:lnTo>
                      <a:lnTo>
                        <a:pt x="37" y="2129"/>
                      </a:lnTo>
                      <a:lnTo>
                        <a:pt x="0" y="2239"/>
                      </a:lnTo>
                      <a:lnTo>
                        <a:pt x="0" y="2275"/>
                      </a:lnTo>
                      <a:lnTo>
                        <a:pt x="0" y="2312"/>
                      </a:lnTo>
                      <a:lnTo>
                        <a:pt x="110" y="2312"/>
                      </a:lnTo>
                      <a:lnTo>
                        <a:pt x="220" y="2165"/>
                      </a:lnTo>
                      <a:lnTo>
                        <a:pt x="294" y="2019"/>
                      </a:lnTo>
                      <a:lnTo>
                        <a:pt x="551" y="1542"/>
                      </a:lnTo>
                      <a:lnTo>
                        <a:pt x="844" y="1028"/>
                      </a:lnTo>
                      <a:lnTo>
                        <a:pt x="1064" y="514"/>
                      </a:lnTo>
                      <a:lnTo>
                        <a:pt x="1248" y="74"/>
                      </a:lnTo>
                      <a:lnTo>
                        <a:pt x="1284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9" name="Google Shape;23270;p37">
              <a:extLst>
                <a:ext uri="{FF2B5EF4-FFF2-40B4-BE49-F238E27FC236}">
                  <a16:creationId xmlns:a16="http://schemas.microsoft.com/office/drawing/2014/main" id="{E56437E0-4F1E-2355-9ECB-614D505F914B}"/>
                </a:ext>
              </a:extLst>
            </p:cNvPr>
            <p:cNvGrpSpPr/>
            <p:nvPr/>
          </p:nvGrpSpPr>
          <p:grpSpPr>
            <a:xfrm>
              <a:off x="5319776" y="2574782"/>
              <a:ext cx="359875" cy="249866"/>
              <a:chOff x="7228691" y="2477862"/>
              <a:chExt cx="402455" cy="279430"/>
            </a:xfrm>
          </p:grpSpPr>
          <p:sp>
            <p:nvSpPr>
              <p:cNvPr id="220" name="Google Shape;23271;p37">
                <a:extLst>
                  <a:ext uri="{FF2B5EF4-FFF2-40B4-BE49-F238E27FC236}">
                    <a16:creationId xmlns:a16="http://schemas.microsoft.com/office/drawing/2014/main" id="{23F09699-2A15-31CF-6BF9-68D5D06CEF16}"/>
                  </a:ext>
                </a:extLst>
              </p:cNvPr>
              <p:cNvSpPr/>
              <p:nvPr/>
            </p:nvSpPr>
            <p:spPr>
              <a:xfrm>
                <a:off x="7228691" y="2477862"/>
                <a:ext cx="402449" cy="279430"/>
              </a:xfrm>
              <a:custGeom>
                <a:avLst/>
                <a:gdLst/>
                <a:ahLst/>
                <a:cxnLst/>
                <a:rect l="l" t="t" r="r" b="b"/>
                <a:pathLst>
                  <a:path w="5761" h="4000" extrusionOk="0">
                    <a:moveTo>
                      <a:pt x="3706" y="0"/>
                    </a:moveTo>
                    <a:lnTo>
                      <a:pt x="3449" y="37"/>
                    </a:lnTo>
                    <a:lnTo>
                      <a:pt x="3156" y="37"/>
                    </a:lnTo>
                    <a:lnTo>
                      <a:pt x="3009" y="110"/>
                    </a:lnTo>
                    <a:lnTo>
                      <a:pt x="2826" y="220"/>
                    </a:lnTo>
                    <a:lnTo>
                      <a:pt x="2495" y="477"/>
                    </a:lnTo>
                    <a:lnTo>
                      <a:pt x="1725" y="954"/>
                    </a:lnTo>
                    <a:lnTo>
                      <a:pt x="1101" y="1431"/>
                    </a:lnTo>
                    <a:lnTo>
                      <a:pt x="477" y="1945"/>
                    </a:lnTo>
                    <a:lnTo>
                      <a:pt x="257" y="2128"/>
                    </a:lnTo>
                    <a:lnTo>
                      <a:pt x="37" y="2348"/>
                    </a:lnTo>
                    <a:lnTo>
                      <a:pt x="37" y="2422"/>
                    </a:lnTo>
                    <a:lnTo>
                      <a:pt x="74" y="2422"/>
                    </a:lnTo>
                    <a:lnTo>
                      <a:pt x="37" y="2495"/>
                    </a:lnTo>
                    <a:lnTo>
                      <a:pt x="37" y="2569"/>
                    </a:lnTo>
                    <a:lnTo>
                      <a:pt x="0" y="3046"/>
                    </a:lnTo>
                    <a:lnTo>
                      <a:pt x="74" y="3523"/>
                    </a:lnTo>
                    <a:lnTo>
                      <a:pt x="110" y="3596"/>
                    </a:lnTo>
                    <a:lnTo>
                      <a:pt x="147" y="3633"/>
                    </a:lnTo>
                    <a:lnTo>
                      <a:pt x="294" y="3743"/>
                    </a:lnTo>
                    <a:lnTo>
                      <a:pt x="367" y="3743"/>
                    </a:lnTo>
                    <a:lnTo>
                      <a:pt x="881" y="3816"/>
                    </a:lnTo>
                    <a:lnTo>
                      <a:pt x="1615" y="3889"/>
                    </a:lnTo>
                    <a:lnTo>
                      <a:pt x="2385" y="3926"/>
                    </a:lnTo>
                    <a:lnTo>
                      <a:pt x="3229" y="3963"/>
                    </a:lnTo>
                    <a:lnTo>
                      <a:pt x="3963" y="3963"/>
                    </a:lnTo>
                    <a:lnTo>
                      <a:pt x="4550" y="4000"/>
                    </a:lnTo>
                    <a:lnTo>
                      <a:pt x="4880" y="4000"/>
                    </a:lnTo>
                    <a:lnTo>
                      <a:pt x="5284" y="3963"/>
                    </a:lnTo>
                    <a:lnTo>
                      <a:pt x="5431" y="3963"/>
                    </a:lnTo>
                    <a:lnTo>
                      <a:pt x="5467" y="3889"/>
                    </a:lnTo>
                    <a:lnTo>
                      <a:pt x="5467" y="3816"/>
                    </a:lnTo>
                    <a:lnTo>
                      <a:pt x="5504" y="3779"/>
                    </a:lnTo>
                    <a:lnTo>
                      <a:pt x="5541" y="3302"/>
                    </a:lnTo>
                    <a:lnTo>
                      <a:pt x="5577" y="2972"/>
                    </a:lnTo>
                    <a:lnTo>
                      <a:pt x="5614" y="2935"/>
                    </a:lnTo>
                    <a:lnTo>
                      <a:pt x="5577" y="2935"/>
                    </a:lnTo>
                    <a:lnTo>
                      <a:pt x="5614" y="2679"/>
                    </a:lnTo>
                    <a:lnTo>
                      <a:pt x="5688" y="2092"/>
                    </a:lnTo>
                    <a:lnTo>
                      <a:pt x="5761" y="1431"/>
                    </a:lnTo>
                    <a:lnTo>
                      <a:pt x="5761" y="1064"/>
                    </a:lnTo>
                    <a:lnTo>
                      <a:pt x="5761" y="551"/>
                    </a:lnTo>
                    <a:lnTo>
                      <a:pt x="5761" y="514"/>
                    </a:lnTo>
                    <a:lnTo>
                      <a:pt x="5761" y="440"/>
                    </a:lnTo>
                    <a:lnTo>
                      <a:pt x="5688" y="404"/>
                    </a:lnTo>
                    <a:lnTo>
                      <a:pt x="5614" y="440"/>
                    </a:lnTo>
                    <a:lnTo>
                      <a:pt x="5541" y="330"/>
                    </a:lnTo>
                    <a:lnTo>
                      <a:pt x="5431" y="294"/>
                    </a:lnTo>
                    <a:lnTo>
                      <a:pt x="4990" y="184"/>
                    </a:lnTo>
                    <a:lnTo>
                      <a:pt x="4513" y="74"/>
                    </a:lnTo>
                    <a:lnTo>
                      <a:pt x="4110" y="37"/>
                    </a:lnTo>
                    <a:lnTo>
                      <a:pt x="3706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1" name="Google Shape;23272;p37">
                <a:extLst>
                  <a:ext uri="{FF2B5EF4-FFF2-40B4-BE49-F238E27FC236}">
                    <a16:creationId xmlns:a16="http://schemas.microsoft.com/office/drawing/2014/main" id="{30F106B4-B5D6-A83F-FCC8-21D7D6D555A5}"/>
                  </a:ext>
                </a:extLst>
              </p:cNvPr>
              <p:cNvGrpSpPr/>
              <p:nvPr/>
            </p:nvGrpSpPr>
            <p:grpSpPr>
              <a:xfrm>
                <a:off x="7228691" y="2479155"/>
                <a:ext cx="402455" cy="276849"/>
                <a:chOff x="8050527" y="1855829"/>
                <a:chExt cx="191755" cy="131908"/>
              </a:xfrm>
            </p:grpSpPr>
            <p:sp>
              <p:nvSpPr>
                <p:cNvPr id="222" name="Google Shape;23273;p37">
                  <a:extLst>
                    <a:ext uri="{FF2B5EF4-FFF2-40B4-BE49-F238E27FC236}">
                      <a16:creationId xmlns:a16="http://schemas.microsoft.com/office/drawing/2014/main" id="{B6BDD88D-4C17-27FB-04E8-83B602BABBE2}"/>
                    </a:ext>
                  </a:extLst>
                </p:cNvPr>
                <p:cNvSpPr/>
                <p:nvPr/>
              </p:nvSpPr>
              <p:spPr>
                <a:xfrm>
                  <a:off x="8050527" y="1868045"/>
                  <a:ext cx="191755" cy="119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1" h="3596" extrusionOk="0">
                      <a:moveTo>
                        <a:pt x="5724" y="0"/>
                      </a:moveTo>
                      <a:lnTo>
                        <a:pt x="5614" y="37"/>
                      </a:lnTo>
                      <a:lnTo>
                        <a:pt x="5100" y="184"/>
                      </a:lnTo>
                      <a:lnTo>
                        <a:pt x="4513" y="367"/>
                      </a:lnTo>
                      <a:lnTo>
                        <a:pt x="3926" y="587"/>
                      </a:lnTo>
                      <a:lnTo>
                        <a:pt x="1872" y="1321"/>
                      </a:lnTo>
                      <a:lnTo>
                        <a:pt x="147" y="1982"/>
                      </a:lnTo>
                      <a:lnTo>
                        <a:pt x="74" y="2018"/>
                      </a:lnTo>
                      <a:lnTo>
                        <a:pt x="37" y="2092"/>
                      </a:lnTo>
                      <a:lnTo>
                        <a:pt x="37" y="2165"/>
                      </a:lnTo>
                      <a:lnTo>
                        <a:pt x="0" y="2642"/>
                      </a:lnTo>
                      <a:lnTo>
                        <a:pt x="74" y="3119"/>
                      </a:lnTo>
                      <a:lnTo>
                        <a:pt x="110" y="3192"/>
                      </a:lnTo>
                      <a:lnTo>
                        <a:pt x="147" y="3229"/>
                      </a:lnTo>
                      <a:lnTo>
                        <a:pt x="294" y="3339"/>
                      </a:lnTo>
                      <a:lnTo>
                        <a:pt x="367" y="3339"/>
                      </a:lnTo>
                      <a:lnTo>
                        <a:pt x="881" y="3412"/>
                      </a:lnTo>
                      <a:lnTo>
                        <a:pt x="1615" y="3486"/>
                      </a:lnTo>
                      <a:lnTo>
                        <a:pt x="2385" y="3523"/>
                      </a:lnTo>
                      <a:lnTo>
                        <a:pt x="3229" y="3559"/>
                      </a:lnTo>
                      <a:lnTo>
                        <a:pt x="3963" y="3559"/>
                      </a:lnTo>
                      <a:lnTo>
                        <a:pt x="4550" y="3596"/>
                      </a:lnTo>
                      <a:lnTo>
                        <a:pt x="4917" y="3596"/>
                      </a:lnTo>
                      <a:lnTo>
                        <a:pt x="5284" y="3559"/>
                      </a:lnTo>
                      <a:lnTo>
                        <a:pt x="5431" y="3559"/>
                      </a:lnTo>
                      <a:lnTo>
                        <a:pt x="5467" y="3486"/>
                      </a:lnTo>
                      <a:lnTo>
                        <a:pt x="5467" y="3412"/>
                      </a:lnTo>
                      <a:lnTo>
                        <a:pt x="5504" y="3376"/>
                      </a:lnTo>
                      <a:lnTo>
                        <a:pt x="5541" y="2899"/>
                      </a:lnTo>
                      <a:lnTo>
                        <a:pt x="5614" y="2275"/>
                      </a:lnTo>
                      <a:lnTo>
                        <a:pt x="5688" y="1688"/>
                      </a:lnTo>
                      <a:lnTo>
                        <a:pt x="5761" y="1028"/>
                      </a:lnTo>
                      <a:lnTo>
                        <a:pt x="5761" y="661"/>
                      </a:lnTo>
                      <a:lnTo>
                        <a:pt x="5761" y="147"/>
                      </a:lnTo>
                      <a:lnTo>
                        <a:pt x="5761" y="110"/>
                      </a:lnTo>
                      <a:lnTo>
                        <a:pt x="5761" y="37"/>
                      </a:lnTo>
                      <a:lnTo>
                        <a:pt x="57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3274;p37">
                  <a:extLst>
                    <a:ext uri="{FF2B5EF4-FFF2-40B4-BE49-F238E27FC236}">
                      <a16:creationId xmlns:a16="http://schemas.microsoft.com/office/drawing/2014/main" id="{16E288DF-CA8E-BDC2-2B43-63C8056B9341}"/>
                    </a:ext>
                  </a:extLst>
                </p:cNvPr>
                <p:cNvSpPr/>
                <p:nvPr/>
              </p:nvSpPr>
              <p:spPr>
                <a:xfrm>
                  <a:off x="8051759" y="1855829"/>
                  <a:ext cx="185664" cy="80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2422" extrusionOk="0">
                      <a:moveTo>
                        <a:pt x="3119" y="0"/>
                      </a:moveTo>
                      <a:lnTo>
                        <a:pt x="2972" y="74"/>
                      </a:lnTo>
                      <a:lnTo>
                        <a:pt x="2789" y="184"/>
                      </a:lnTo>
                      <a:lnTo>
                        <a:pt x="2458" y="441"/>
                      </a:lnTo>
                      <a:lnTo>
                        <a:pt x="1688" y="918"/>
                      </a:lnTo>
                      <a:lnTo>
                        <a:pt x="1064" y="1395"/>
                      </a:lnTo>
                      <a:lnTo>
                        <a:pt x="440" y="1908"/>
                      </a:lnTo>
                      <a:lnTo>
                        <a:pt x="220" y="2092"/>
                      </a:lnTo>
                      <a:lnTo>
                        <a:pt x="0" y="2312"/>
                      </a:lnTo>
                      <a:lnTo>
                        <a:pt x="0" y="2385"/>
                      </a:lnTo>
                      <a:lnTo>
                        <a:pt x="110" y="2422"/>
                      </a:lnTo>
                      <a:lnTo>
                        <a:pt x="257" y="2385"/>
                      </a:lnTo>
                      <a:lnTo>
                        <a:pt x="550" y="2275"/>
                      </a:lnTo>
                      <a:lnTo>
                        <a:pt x="881" y="2165"/>
                      </a:lnTo>
                      <a:lnTo>
                        <a:pt x="1504" y="1945"/>
                      </a:lnTo>
                      <a:lnTo>
                        <a:pt x="3192" y="1284"/>
                      </a:lnTo>
                      <a:lnTo>
                        <a:pt x="4220" y="918"/>
                      </a:lnTo>
                      <a:lnTo>
                        <a:pt x="5210" y="587"/>
                      </a:lnTo>
                      <a:lnTo>
                        <a:pt x="5467" y="514"/>
                      </a:lnTo>
                      <a:lnTo>
                        <a:pt x="5540" y="477"/>
                      </a:lnTo>
                      <a:lnTo>
                        <a:pt x="5577" y="404"/>
                      </a:lnTo>
                      <a:lnTo>
                        <a:pt x="5504" y="294"/>
                      </a:lnTo>
                      <a:lnTo>
                        <a:pt x="5394" y="257"/>
                      </a:lnTo>
                      <a:lnTo>
                        <a:pt x="4953" y="147"/>
                      </a:lnTo>
                      <a:lnTo>
                        <a:pt x="4476" y="37"/>
                      </a:lnTo>
                      <a:lnTo>
                        <a:pt x="396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3275;p37">
                  <a:extLst>
                    <a:ext uri="{FF2B5EF4-FFF2-40B4-BE49-F238E27FC236}">
                      <a16:creationId xmlns:a16="http://schemas.microsoft.com/office/drawing/2014/main" id="{132E6226-04CE-FF42-8516-7088D1C44A99}"/>
                    </a:ext>
                  </a:extLst>
                </p:cNvPr>
                <p:cNvSpPr/>
                <p:nvPr/>
              </p:nvSpPr>
              <p:spPr>
                <a:xfrm>
                  <a:off x="8173881" y="1949859"/>
                  <a:ext cx="63541" cy="35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" h="1065" extrusionOk="0">
                      <a:moveTo>
                        <a:pt x="1431" y="1"/>
                      </a:moveTo>
                      <a:lnTo>
                        <a:pt x="1174" y="74"/>
                      </a:lnTo>
                      <a:lnTo>
                        <a:pt x="917" y="147"/>
                      </a:lnTo>
                      <a:lnTo>
                        <a:pt x="697" y="257"/>
                      </a:lnTo>
                      <a:lnTo>
                        <a:pt x="514" y="404"/>
                      </a:lnTo>
                      <a:lnTo>
                        <a:pt x="330" y="551"/>
                      </a:lnTo>
                      <a:lnTo>
                        <a:pt x="184" y="698"/>
                      </a:lnTo>
                      <a:lnTo>
                        <a:pt x="74" y="844"/>
                      </a:lnTo>
                      <a:lnTo>
                        <a:pt x="0" y="991"/>
                      </a:lnTo>
                      <a:lnTo>
                        <a:pt x="0" y="1028"/>
                      </a:lnTo>
                      <a:lnTo>
                        <a:pt x="37" y="1065"/>
                      </a:lnTo>
                      <a:lnTo>
                        <a:pt x="110" y="1065"/>
                      </a:lnTo>
                      <a:lnTo>
                        <a:pt x="147" y="991"/>
                      </a:lnTo>
                      <a:lnTo>
                        <a:pt x="257" y="808"/>
                      </a:lnTo>
                      <a:lnTo>
                        <a:pt x="440" y="624"/>
                      </a:lnTo>
                      <a:lnTo>
                        <a:pt x="661" y="441"/>
                      </a:lnTo>
                      <a:lnTo>
                        <a:pt x="881" y="294"/>
                      </a:lnTo>
                      <a:lnTo>
                        <a:pt x="954" y="257"/>
                      </a:lnTo>
                      <a:lnTo>
                        <a:pt x="1064" y="257"/>
                      </a:lnTo>
                      <a:lnTo>
                        <a:pt x="1174" y="294"/>
                      </a:lnTo>
                      <a:lnTo>
                        <a:pt x="1284" y="404"/>
                      </a:lnTo>
                      <a:lnTo>
                        <a:pt x="1358" y="514"/>
                      </a:lnTo>
                      <a:lnTo>
                        <a:pt x="1431" y="698"/>
                      </a:lnTo>
                      <a:lnTo>
                        <a:pt x="1468" y="881"/>
                      </a:lnTo>
                      <a:lnTo>
                        <a:pt x="1468" y="954"/>
                      </a:lnTo>
                      <a:lnTo>
                        <a:pt x="1468" y="1028"/>
                      </a:lnTo>
                      <a:lnTo>
                        <a:pt x="1541" y="991"/>
                      </a:lnTo>
                      <a:lnTo>
                        <a:pt x="1541" y="954"/>
                      </a:lnTo>
                      <a:lnTo>
                        <a:pt x="1541" y="808"/>
                      </a:lnTo>
                      <a:lnTo>
                        <a:pt x="1505" y="624"/>
                      </a:lnTo>
                      <a:lnTo>
                        <a:pt x="1468" y="514"/>
                      </a:lnTo>
                      <a:lnTo>
                        <a:pt x="1431" y="404"/>
                      </a:lnTo>
                      <a:lnTo>
                        <a:pt x="1321" y="294"/>
                      </a:lnTo>
                      <a:lnTo>
                        <a:pt x="1211" y="221"/>
                      </a:lnTo>
                      <a:lnTo>
                        <a:pt x="1174" y="221"/>
                      </a:lnTo>
                      <a:lnTo>
                        <a:pt x="1174" y="184"/>
                      </a:lnTo>
                      <a:lnTo>
                        <a:pt x="1248" y="184"/>
                      </a:lnTo>
                      <a:lnTo>
                        <a:pt x="1468" y="147"/>
                      </a:lnTo>
                      <a:lnTo>
                        <a:pt x="1725" y="111"/>
                      </a:lnTo>
                      <a:lnTo>
                        <a:pt x="1908" y="111"/>
                      </a:lnTo>
                      <a:lnTo>
                        <a:pt x="1908" y="74"/>
                      </a:lnTo>
                      <a:lnTo>
                        <a:pt x="1835" y="37"/>
                      </a:lnTo>
                      <a:lnTo>
                        <a:pt x="1761" y="37"/>
                      </a:lnTo>
                      <a:lnTo>
                        <a:pt x="14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3276;p37">
                  <a:extLst>
                    <a:ext uri="{FF2B5EF4-FFF2-40B4-BE49-F238E27FC236}">
                      <a16:creationId xmlns:a16="http://schemas.microsoft.com/office/drawing/2014/main" id="{397788BB-7EBE-2CAE-23E5-C74DBC9FDC47}"/>
                    </a:ext>
                  </a:extLst>
                </p:cNvPr>
                <p:cNvSpPr/>
                <p:nvPr/>
              </p:nvSpPr>
              <p:spPr>
                <a:xfrm>
                  <a:off x="8055420" y="1952289"/>
                  <a:ext cx="64739" cy="29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" h="882" extrusionOk="0">
                      <a:moveTo>
                        <a:pt x="661" y="1"/>
                      </a:moveTo>
                      <a:lnTo>
                        <a:pt x="330" y="38"/>
                      </a:lnTo>
                      <a:lnTo>
                        <a:pt x="147" y="111"/>
                      </a:lnTo>
                      <a:lnTo>
                        <a:pt x="0" y="184"/>
                      </a:lnTo>
                      <a:lnTo>
                        <a:pt x="0" y="221"/>
                      </a:lnTo>
                      <a:lnTo>
                        <a:pt x="0" y="258"/>
                      </a:lnTo>
                      <a:lnTo>
                        <a:pt x="257" y="148"/>
                      </a:lnTo>
                      <a:lnTo>
                        <a:pt x="514" y="111"/>
                      </a:lnTo>
                      <a:lnTo>
                        <a:pt x="661" y="74"/>
                      </a:lnTo>
                      <a:lnTo>
                        <a:pt x="807" y="111"/>
                      </a:lnTo>
                      <a:lnTo>
                        <a:pt x="734" y="148"/>
                      </a:lnTo>
                      <a:lnTo>
                        <a:pt x="514" y="221"/>
                      </a:lnTo>
                      <a:lnTo>
                        <a:pt x="330" y="294"/>
                      </a:lnTo>
                      <a:lnTo>
                        <a:pt x="220" y="404"/>
                      </a:lnTo>
                      <a:lnTo>
                        <a:pt x="147" y="551"/>
                      </a:lnTo>
                      <a:lnTo>
                        <a:pt x="74" y="698"/>
                      </a:lnTo>
                      <a:lnTo>
                        <a:pt x="74" y="735"/>
                      </a:lnTo>
                      <a:lnTo>
                        <a:pt x="110" y="735"/>
                      </a:lnTo>
                      <a:lnTo>
                        <a:pt x="147" y="698"/>
                      </a:lnTo>
                      <a:lnTo>
                        <a:pt x="220" y="588"/>
                      </a:lnTo>
                      <a:lnTo>
                        <a:pt x="330" y="441"/>
                      </a:lnTo>
                      <a:lnTo>
                        <a:pt x="440" y="331"/>
                      </a:lnTo>
                      <a:lnTo>
                        <a:pt x="624" y="258"/>
                      </a:lnTo>
                      <a:lnTo>
                        <a:pt x="807" y="184"/>
                      </a:lnTo>
                      <a:lnTo>
                        <a:pt x="991" y="148"/>
                      </a:lnTo>
                      <a:lnTo>
                        <a:pt x="1174" y="184"/>
                      </a:lnTo>
                      <a:lnTo>
                        <a:pt x="1394" y="258"/>
                      </a:lnTo>
                      <a:lnTo>
                        <a:pt x="1541" y="404"/>
                      </a:lnTo>
                      <a:lnTo>
                        <a:pt x="1725" y="625"/>
                      </a:lnTo>
                      <a:lnTo>
                        <a:pt x="1798" y="771"/>
                      </a:lnTo>
                      <a:lnTo>
                        <a:pt x="1835" y="881"/>
                      </a:lnTo>
                      <a:lnTo>
                        <a:pt x="1908" y="881"/>
                      </a:lnTo>
                      <a:lnTo>
                        <a:pt x="1945" y="808"/>
                      </a:lnTo>
                      <a:lnTo>
                        <a:pt x="1945" y="735"/>
                      </a:lnTo>
                      <a:lnTo>
                        <a:pt x="1798" y="478"/>
                      </a:lnTo>
                      <a:lnTo>
                        <a:pt x="1615" y="294"/>
                      </a:lnTo>
                      <a:lnTo>
                        <a:pt x="1358" y="111"/>
                      </a:lnTo>
                      <a:lnTo>
                        <a:pt x="1028" y="38"/>
                      </a:lnTo>
                      <a:lnTo>
                        <a:pt x="8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3277;p37">
                  <a:extLst>
                    <a:ext uri="{FF2B5EF4-FFF2-40B4-BE49-F238E27FC236}">
                      <a16:creationId xmlns:a16="http://schemas.microsoft.com/office/drawing/2014/main" id="{153FA7DD-33BE-AAE5-B74B-C16047441DFE}"/>
                    </a:ext>
                  </a:extLst>
                </p:cNvPr>
                <p:cNvSpPr/>
                <p:nvPr/>
              </p:nvSpPr>
              <p:spPr>
                <a:xfrm>
                  <a:off x="8150681" y="1929090"/>
                  <a:ext cx="34217" cy="26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" h="808" extrusionOk="0">
                      <a:moveTo>
                        <a:pt x="624" y="74"/>
                      </a:moveTo>
                      <a:lnTo>
                        <a:pt x="771" y="111"/>
                      </a:lnTo>
                      <a:lnTo>
                        <a:pt x="844" y="184"/>
                      </a:lnTo>
                      <a:lnTo>
                        <a:pt x="917" y="294"/>
                      </a:lnTo>
                      <a:lnTo>
                        <a:pt x="917" y="404"/>
                      </a:lnTo>
                      <a:lnTo>
                        <a:pt x="881" y="514"/>
                      </a:lnTo>
                      <a:lnTo>
                        <a:pt x="807" y="588"/>
                      </a:lnTo>
                      <a:lnTo>
                        <a:pt x="807" y="404"/>
                      </a:lnTo>
                      <a:lnTo>
                        <a:pt x="771" y="331"/>
                      </a:lnTo>
                      <a:lnTo>
                        <a:pt x="697" y="294"/>
                      </a:lnTo>
                      <a:lnTo>
                        <a:pt x="550" y="184"/>
                      </a:lnTo>
                      <a:lnTo>
                        <a:pt x="367" y="111"/>
                      </a:lnTo>
                      <a:lnTo>
                        <a:pt x="514" y="74"/>
                      </a:lnTo>
                      <a:close/>
                      <a:moveTo>
                        <a:pt x="367" y="184"/>
                      </a:moveTo>
                      <a:lnTo>
                        <a:pt x="514" y="221"/>
                      </a:lnTo>
                      <a:lnTo>
                        <a:pt x="624" y="331"/>
                      </a:lnTo>
                      <a:lnTo>
                        <a:pt x="697" y="441"/>
                      </a:lnTo>
                      <a:lnTo>
                        <a:pt x="697" y="551"/>
                      </a:lnTo>
                      <a:lnTo>
                        <a:pt x="660" y="625"/>
                      </a:lnTo>
                      <a:lnTo>
                        <a:pt x="587" y="698"/>
                      </a:lnTo>
                      <a:lnTo>
                        <a:pt x="330" y="661"/>
                      </a:lnTo>
                      <a:lnTo>
                        <a:pt x="257" y="625"/>
                      </a:lnTo>
                      <a:lnTo>
                        <a:pt x="184" y="551"/>
                      </a:lnTo>
                      <a:lnTo>
                        <a:pt x="147" y="478"/>
                      </a:lnTo>
                      <a:lnTo>
                        <a:pt x="147" y="404"/>
                      </a:lnTo>
                      <a:lnTo>
                        <a:pt x="184" y="221"/>
                      </a:lnTo>
                      <a:lnTo>
                        <a:pt x="257" y="221"/>
                      </a:lnTo>
                      <a:lnTo>
                        <a:pt x="367" y="184"/>
                      </a:lnTo>
                      <a:close/>
                      <a:moveTo>
                        <a:pt x="404" y="1"/>
                      </a:moveTo>
                      <a:lnTo>
                        <a:pt x="294" y="74"/>
                      </a:lnTo>
                      <a:lnTo>
                        <a:pt x="73" y="258"/>
                      </a:lnTo>
                      <a:lnTo>
                        <a:pt x="0" y="368"/>
                      </a:lnTo>
                      <a:lnTo>
                        <a:pt x="0" y="478"/>
                      </a:lnTo>
                      <a:lnTo>
                        <a:pt x="37" y="588"/>
                      </a:lnTo>
                      <a:lnTo>
                        <a:pt x="147" y="698"/>
                      </a:lnTo>
                      <a:lnTo>
                        <a:pt x="330" y="771"/>
                      </a:lnTo>
                      <a:lnTo>
                        <a:pt x="587" y="808"/>
                      </a:lnTo>
                      <a:lnTo>
                        <a:pt x="734" y="771"/>
                      </a:lnTo>
                      <a:lnTo>
                        <a:pt x="881" y="698"/>
                      </a:lnTo>
                      <a:lnTo>
                        <a:pt x="991" y="588"/>
                      </a:lnTo>
                      <a:lnTo>
                        <a:pt x="1027" y="478"/>
                      </a:lnTo>
                      <a:lnTo>
                        <a:pt x="1027" y="368"/>
                      </a:lnTo>
                      <a:lnTo>
                        <a:pt x="1027" y="258"/>
                      </a:lnTo>
                      <a:lnTo>
                        <a:pt x="917" y="111"/>
                      </a:lnTo>
                      <a:lnTo>
                        <a:pt x="807" y="37"/>
                      </a:lnTo>
                      <a:lnTo>
                        <a:pt x="6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3278;p37">
                  <a:extLst>
                    <a:ext uri="{FF2B5EF4-FFF2-40B4-BE49-F238E27FC236}">
                      <a16:creationId xmlns:a16="http://schemas.microsoft.com/office/drawing/2014/main" id="{B77F84A3-D861-7251-A7A6-12803F136B11}"/>
                    </a:ext>
                  </a:extLst>
                </p:cNvPr>
                <p:cNvSpPr/>
                <p:nvPr/>
              </p:nvSpPr>
              <p:spPr>
                <a:xfrm>
                  <a:off x="8206833" y="1882690"/>
                  <a:ext cx="34250" cy="33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9" h="992" extrusionOk="0">
                      <a:moveTo>
                        <a:pt x="111" y="0"/>
                      </a:moveTo>
                      <a:lnTo>
                        <a:pt x="74" y="37"/>
                      </a:lnTo>
                      <a:lnTo>
                        <a:pt x="1" y="147"/>
                      </a:lnTo>
                      <a:lnTo>
                        <a:pt x="1" y="294"/>
                      </a:lnTo>
                      <a:lnTo>
                        <a:pt x="1" y="441"/>
                      </a:lnTo>
                      <a:lnTo>
                        <a:pt x="74" y="551"/>
                      </a:lnTo>
                      <a:lnTo>
                        <a:pt x="184" y="661"/>
                      </a:lnTo>
                      <a:lnTo>
                        <a:pt x="478" y="844"/>
                      </a:lnTo>
                      <a:lnTo>
                        <a:pt x="771" y="991"/>
                      </a:lnTo>
                      <a:lnTo>
                        <a:pt x="955" y="991"/>
                      </a:lnTo>
                      <a:lnTo>
                        <a:pt x="515" y="734"/>
                      </a:lnTo>
                      <a:lnTo>
                        <a:pt x="368" y="661"/>
                      </a:lnTo>
                      <a:lnTo>
                        <a:pt x="294" y="588"/>
                      </a:lnTo>
                      <a:lnTo>
                        <a:pt x="478" y="624"/>
                      </a:lnTo>
                      <a:lnTo>
                        <a:pt x="845" y="624"/>
                      </a:lnTo>
                      <a:lnTo>
                        <a:pt x="1028" y="588"/>
                      </a:lnTo>
                      <a:lnTo>
                        <a:pt x="1028" y="551"/>
                      </a:lnTo>
                      <a:lnTo>
                        <a:pt x="992" y="551"/>
                      </a:lnTo>
                      <a:lnTo>
                        <a:pt x="808" y="588"/>
                      </a:lnTo>
                      <a:lnTo>
                        <a:pt x="625" y="588"/>
                      </a:lnTo>
                      <a:lnTo>
                        <a:pt x="294" y="514"/>
                      </a:lnTo>
                      <a:lnTo>
                        <a:pt x="184" y="441"/>
                      </a:lnTo>
                      <a:lnTo>
                        <a:pt x="111" y="331"/>
                      </a:lnTo>
                      <a:lnTo>
                        <a:pt x="111" y="221"/>
                      </a:lnTo>
                      <a:lnTo>
                        <a:pt x="111" y="74"/>
                      </a:lnTo>
                      <a:lnTo>
                        <a:pt x="1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3279;p37">
                  <a:extLst>
                    <a:ext uri="{FF2B5EF4-FFF2-40B4-BE49-F238E27FC236}">
                      <a16:creationId xmlns:a16="http://schemas.microsoft.com/office/drawing/2014/main" id="{39DBD32F-5BDF-BD03-B496-555071A2AA20}"/>
                    </a:ext>
                  </a:extLst>
                </p:cNvPr>
                <p:cNvSpPr/>
                <p:nvPr/>
              </p:nvSpPr>
              <p:spPr>
                <a:xfrm>
                  <a:off x="8106712" y="1931553"/>
                  <a:ext cx="22001" cy="1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" h="404" extrusionOk="0">
                      <a:moveTo>
                        <a:pt x="440" y="74"/>
                      </a:moveTo>
                      <a:lnTo>
                        <a:pt x="514" y="147"/>
                      </a:lnTo>
                      <a:lnTo>
                        <a:pt x="514" y="220"/>
                      </a:lnTo>
                      <a:lnTo>
                        <a:pt x="404" y="294"/>
                      </a:lnTo>
                      <a:lnTo>
                        <a:pt x="330" y="330"/>
                      </a:lnTo>
                      <a:lnTo>
                        <a:pt x="257" y="330"/>
                      </a:lnTo>
                      <a:lnTo>
                        <a:pt x="184" y="294"/>
                      </a:lnTo>
                      <a:lnTo>
                        <a:pt x="147" y="257"/>
                      </a:lnTo>
                      <a:lnTo>
                        <a:pt x="110" y="147"/>
                      </a:lnTo>
                      <a:lnTo>
                        <a:pt x="184" y="110"/>
                      </a:lnTo>
                      <a:lnTo>
                        <a:pt x="294" y="74"/>
                      </a:lnTo>
                      <a:close/>
                      <a:moveTo>
                        <a:pt x="294" y="0"/>
                      </a:moveTo>
                      <a:lnTo>
                        <a:pt x="184" y="37"/>
                      </a:lnTo>
                      <a:lnTo>
                        <a:pt x="74" y="74"/>
                      </a:lnTo>
                      <a:lnTo>
                        <a:pt x="0" y="184"/>
                      </a:lnTo>
                      <a:lnTo>
                        <a:pt x="0" y="257"/>
                      </a:lnTo>
                      <a:lnTo>
                        <a:pt x="74" y="330"/>
                      </a:lnTo>
                      <a:lnTo>
                        <a:pt x="147" y="367"/>
                      </a:lnTo>
                      <a:lnTo>
                        <a:pt x="367" y="404"/>
                      </a:lnTo>
                      <a:lnTo>
                        <a:pt x="477" y="367"/>
                      </a:lnTo>
                      <a:lnTo>
                        <a:pt x="587" y="330"/>
                      </a:lnTo>
                      <a:lnTo>
                        <a:pt x="624" y="257"/>
                      </a:lnTo>
                      <a:lnTo>
                        <a:pt x="661" y="184"/>
                      </a:lnTo>
                      <a:lnTo>
                        <a:pt x="624" y="74"/>
                      </a:lnTo>
                      <a:lnTo>
                        <a:pt x="5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3280;p37">
                  <a:extLst>
                    <a:ext uri="{FF2B5EF4-FFF2-40B4-BE49-F238E27FC236}">
                      <a16:creationId xmlns:a16="http://schemas.microsoft.com/office/drawing/2014/main" id="{084F59EC-5841-2C6A-3DA6-EC13F2C9C684}"/>
                    </a:ext>
                  </a:extLst>
                </p:cNvPr>
                <p:cNvSpPr/>
                <p:nvPr/>
              </p:nvSpPr>
              <p:spPr>
                <a:xfrm>
                  <a:off x="8208064" y="1921767"/>
                  <a:ext cx="18340" cy="13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" h="405" extrusionOk="0">
                      <a:moveTo>
                        <a:pt x="257" y="111"/>
                      </a:moveTo>
                      <a:lnTo>
                        <a:pt x="367" y="147"/>
                      </a:lnTo>
                      <a:lnTo>
                        <a:pt x="367" y="184"/>
                      </a:lnTo>
                      <a:lnTo>
                        <a:pt x="404" y="221"/>
                      </a:lnTo>
                      <a:lnTo>
                        <a:pt x="331" y="257"/>
                      </a:lnTo>
                      <a:lnTo>
                        <a:pt x="257" y="294"/>
                      </a:lnTo>
                      <a:lnTo>
                        <a:pt x="184" y="294"/>
                      </a:lnTo>
                      <a:lnTo>
                        <a:pt x="111" y="257"/>
                      </a:lnTo>
                      <a:lnTo>
                        <a:pt x="147" y="184"/>
                      </a:lnTo>
                      <a:lnTo>
                        <a:pt x="184" y="111"/>
                      </a:lnTo>
                      <a:close/>
                      <a:moveTo>
                        <a:pt x="257" y="1"/>
                      </a:moveTo>
                      <a:lnTo>
                        <a:pt x="147" y="37"/>
                      </a:lnTo>
                      <a:lnTo>
                        <a:pt x="74" y="74"/>
                      </a:lnTo>
                      <a:lnTo>
                        <a:pt x="1" y="147"/>
                      </a:lnTo>
                      <a:lnTo>
                        <a:pt x="1" y="257"/>
                      </a:lnTo>
                      <a:lnTo>
                        <a:pt x="1" y="294"/>
                      </a:lnTo>
                      <a:lnTo>
                        <a:pt x="74" y="368"/>
                      </a:lnTo>
                      <a:lnTo>
                        <a:pt x="147" y="404"/>
                      </a:lnTo>
                      <a:lnTo>
                        <a:pt x="257" y="404"/>
                      </a:lnTo>
                      <a:lnTo>
                        <a:pt x="367" y="368"/>
                      </a:lnTo>
                      <a:lnTo>
                        <a:pt x="441" y="331"/>
                      </a:lnTo>
                      <a:lnTo>
                        <a:pt x="514" y="257"/>
                      </a:lnTo>
                      <a:lnTo>
                        <a:pt x="551" y="184"/>
                      </a:lnTo>
                      <a:lnTo>
                        <a:pt x="514" y="111"/>
                      </a:lnTo>
                      <a:lnTo>
                        <a:pt x="441" y="74"/>
                      </a:lnTo>
                      <a:lnTo>
                        <a:pt x="367" y="3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281;p37">
                  <a:extLst>
                    <a:ext uri="{FF2B5EF4-FFF2-40B4-BE49-F238E27FC236}">
                      <a16:creationId xmlns:a16="http://schemas.microsoft.com/office/drawing/2014/main" id="{4F425083-E627-DD0D-3279-D4053738BB3E}"/>
                    </a:ext>
                  </a:extLst>
                </p:cNvPr>
                <p:cNvSpPr/>
                <p:nvPr/>
              </p:nvSpPr>
              <p:spPr>
                <a:xfrm>
                  <a:off x="8172649" y="1902229"/>
                  <a:ext cx="12249" cy="9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295" extrusionOk="0">
                      <a:moveTo>
                        <a:pt x="221" y="1"/>
                      </a:moveTo>
                      <a:lnTo>
                        <a:pt x="111" y="37"/>
                      </a:lnTo>
                      <a:lnTo>
                        <a:pt x="37" y="111"/>
                      </a:lnTo>
                      <a:lnTo>
                        <a:pt x="0" y="184"/>
                      </a:lnTo>
                      <a:lnTo>
                        <a:pt x="37" y="257"/>
                      </a:lnTo>
                      <a:lnTo>
                        <a:pt x="147" y="294"/>
                      </a:lnTo>
                      <a:lnTo>
                        <a:pt x="221" y="294"/>
                      </a:lnTo>
                      <a:lnTo>
                        <a:pt x="331" y="257"/>
                      </a:lnTo>
                      <a:lnTo>
                        <a:pt x="367" y="184"/>
                      </a:lnTo>
                      <a:lnTo>
                        <a:pt x="367" y="111"/>
                      </a:lnTo>
                      <a:lnTo>
                        <a:pt x="331" y="37"/>
                      </a:lnTo>
                      <a:lnTo>
                        <a:pt x="22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282;p37">
                  <a:extLst>
                    <a:ext uri="{FF2B5EF4-FFF2-40B4-BE49-F238E27FC236}">
                      <a16:creationId xmlns:a16="http://schemas.microsoft.com/office/drawing/2014/main" id="{ECE95979-7728-F61F-7877-05DEC8420D85}"/>
                    </a:ext>
                  </a:extLst>
                </p:cNvPr>
                <p:cNvSpPr/>
                <p:nvPr/>
              </p:nvSpPr>
              <p:spPr>
                <a:xfrm>
                  <a:off x="8142127" y="1964505"/>
                  <a:ext cx="11017" cy="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58" extrusionOk="0">
                      <a:moveTo>
                        <a:pt x="110" y="1"/>
                      </a:moveTo>
                      <a:lnTo>
                        <a:pt x="74" y="74"/>
                      </a:lnTo>
                      <a:lnTo>
                        <a:pt x="37" y="74"/>
                      </a:lnTo>
                      <a:lnTo>
                        <a:pt x="0" y="148"/>
                      </a:lnTo>
                      <a:lnTo>
                        <a:pt x="37" y="221"/>
                      </a:lnTo>
                      <a:lnTo>
                        <a:pt x="147" y="258"/>
                      </a:lnTo>
                      <a:lnTo>
                        <a:pt x="257" y="258"/>
                      </a:lnTo>
                      <a:lnTo>
                        <a:pt x="330" y="221"/>
                      </a:lnTo>
                      <a:lnTo>
                        <a:pt x="330" y="111"/>
                      </a:lnTo>
                      <a:lnTo>
                        <a:pt x="330" y="74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83;p37">
                  <a:extLst>
                    <a:ext uri="{FF2B5EF4-FFF2-40B4-BE49-F238E27FC236}">
                      <a16:creationId xmlns:a16="http://schemas.microsoft.com/office/drawing/2014/main" id="{443035A2-87A0-9099-D276-8FA0FF5252BC}"/>
                    </a:ext>
                  </a:extLst>
                </p:cNvPr>
                <p:cNvSpPr/>
                <p:nvPr/>
              </p:nvSpPr>
              <p:spPr>
                <a:xfrm>
                  <a:off x="8061511" y="1860722"/>
                  <a:ext cx="141694" cy="6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7" h="2019" extrusionOk="0">
                      <a:moveTo>
                        <a:pt x="2899" y="0"/>
                      </a:moveTo>
                      <a:lnTo>
                        <a:pt x="2716" y="110"/>
                      </a:lnTo>
                      <a:lnTo>
                        <a:pt x="2129" y="477"/>
                      </a:lnTo>
                      <a:lnTo>
                        <a:pt x="1542" y="844"/>
                      </a:lnTo>
                      <a:lnTo>
                        <a:pt x="661" y="1504"/>
                      </a:lnTo>
                      <a:lnTo>
                        <a:pt x="74" y="1945"/>
                      </a:lnTo>
                      <a:lnTo>
                        <a:pt x="1" y="2018"/>
                      </a:lnTo>
                      <a:lnTo>
                        <a:pt x="74" y="1981"/>
                      </a:lnTo>
                      <a:lnTo>
                        <a:pt x="294" y="1871"/>
                      </a:lnTo>
                      <a:lnTo>
                        <a:pt x="955" y="1468"/>
                      </a:lnTo>
                      <a:lnTo>
                        <a:pt x="1578" y="1064"/>
                      </a:lnTo>
                      <a:lnTo>
                        <a:pt x="2752" y="294"/>
                      </a:lnTo>
                      <a:lnTo>
                        <a:pt x="2973" y="147"/>
                      </a:lnTo>
                      <a:lnTo>
                        <a:pt x="3229" y="147"/>
                      </a:lnTo>
                      <a:lnTo>
                        <a:pt x="3743" y="110"/>
                      </a:lnTo>
                      <a:lnTo>
                        <a:pt x="4147" y="147"/>
                      </a:lnTo>
                      <a:lnTo>
                        <a:pt x="4220" y="147"/>
                      </a:lnTo>
                      <a:lnTo>
                        <a:pt x="4257" y="110"/>
                      </a:lnTo>
                      <a:lnTo>
                        <a:pt x="4257" y="73"/>
                      </a:lnTo>
                      <a:lnTo>
                        <a:pt x="4220" y="73"/>
                      </a:lnTo>
                      <a:lnTo>
                        <a:pt x="4073" y="37"/>
                      </a:lnTo>
                      <a:lnTo>
                        <a:pt x="3890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3" name="Google Shape;23284;p37">
              <a:extLst>
                <a:ext uri="{FF2B5EF4-FFF2-40B4-BE49-F238E27FC236}">
                  <a16:creationId xmlns:a16="http://schemas.microsoft.com/office/drawing/2014/main" id="{B495C90A-CC58-D6E9-A2A5-73D470AD1ED9}"/>
                </a:ext>
              </a:extLst>
            </p:cNvPr>
            <p:cNvGrpSpPr/>
            <p:nvPr/>
          </p:nvGrpSpPr>
          <p:grpSpPr>
            <a:xfrm>
              <a:off x="6641525" y="2431130"/>
              <a:ext cx="302541" cy="193351"/>
              <a:chOff x="4514038" y="1622518"/>
              <a:chExt cx="369133" cy="235909"/>
            </a:xfrm>
          </p:grpSpPr>
          <p:sp>
            <p:nvSpPr>
              <p:cNvPr id="234" name="Google Shape;23285;p37">
                <a:extLst>
                  <a:ext uri="{FF2B5EF4-FFF2-40B4-BE49-F238E27FC236}">
                    <a16:creationId xmlns:a16="http://schemas.microsoft.com/office/drawing/2014/main" id="{82A3F051-4EB5-7E7F-F076-449A2BC6D111}"/>
                  </a:ext>
                </a:extLst>
              </p:cNvPr>
              <p:cNvSpPr/>
              <p:nvPr/>
            </p:nvSpPr>
            <p:spPr>
              <a:xfrm>
                <a:off x="4514038" y="1622518"/>
                <a:ext cx="369127" cy="235909"/>
              </a:xfrm>
              <a:custGeom>
                <a:avLst/>
                <a:gdLst/>
                <a:ahLst/>
                <a:cxnLst/>
                <a:rect l="l" t="t" r="r" b="b"/>
                <a:pathLst>
                  <a:path w="5284" h="3377" extrusionOk="0">
                    <a:moveTo>
                      <a:pt x="3193" y="1"/>
                    </a:moveTo>
                    <a:lnTo>
                      <a:pt x="2899" y="38"/>
                    </a:lnTo>
                    <a:lnTo>
                      <a:pt x="2606" y="74"/>
                    </a:lnTo>
                    <a:lnTo>
                      <a:pt x="1762" y="294"/>
                    </a:lnTo>
                    <a:lnTo>
                      <a:pt x="1358" y="404"/>
                    </a:lnTo>
                    <a:lnTo>
                      <a:pt x="954" y="551"/>
                    </a:lnTo>
                    <a:lnTo>
                      <a:pt x="624" y="735"/>
                    </a:lnTo>
                    <a:lnTo>
                      <a:pt x="404" y="881"/>
                    </a:lnTo>
                    <a:lnTo>
                      <a:pt x="221" y="1102"/>
                    </a:lnTo>
                    <a:lnTo>
                      <a:pt x="74" y="1322"/>
                    </a:lnTo>
                    <a:lnTo>
                      <a:pt x="0" y="1615"/>
                    </a:lnTo>
                    <a:lnTo>
                      <a:pt x="0" y="1725"/>
                    </a:lnTo>
                    <a:lnTo>
                      <a:pt x="0" y="1872"/>
                    </a:lnTo>
                    <a:lnTo>
                      <a:pt x="37" y="1982"/>
                    </a:lnTo>
                    <a:lnTo>
                      <a:pt x="111" y="2129"/>
                    </a:lnTo>
                    <a:lnTo>
                      <a:pt x="294" y="2349"/>
                    </a:lnTo>
                    <a:lnTo>
                      <a:pt x="514" y="2533"/>
                    </a:lnTo>
                    <a:lnTo>
                      <a:pt x="771" y="2679"/>
                    </a:lnTo>
                    <a:lnTo>
                      <a:pt x="991" y="2826"/>
                    </a:lnTo>
                    <a:lnTo>
                      <a:pt x="1541" y="3009"/>
                    </a:lnTo>
                    <a:lnTo>
                      <a:pt x="2239" y="3230"/>
                    </a:lnTo>
                    <a:lnTo>
                      <a:pt x="3009" y="3340"/>
                    </a:lnTo>
                    <a:lnTo>
                      <a:pt x="3559" y="3376"/>
                    </a:lnTo>
                    <a:lnTo>
                      <a:pt x="3780" y="3376"/>
                    </a:lnTo>
                    <a:lnTo>
                      <a:pt x="4000" y="3340"/>
                    </a:lnTo>
                    <a:lnTo>
                      <a:pt x="4220" y="3266"/>
                    </a:lnTo>
                    <a:lnTo>
                      <a:pt x="4477" y="3156"/>
                    </a:lnTo>
                    <a:lnTo>
                      <a:pt x="4660" y="3009"/>
                    </a:lnTo>
                    <a:lnTo>
                      <a:pt x="4880" y="2863"/>
                    </a:lnTo>
                    <a:lnTo>
                      <a:pt x="5027" y="2643"/>
                    </a:lnTo>
                    <a:lnTo>
                      <a:pt x="5174" y="2422"/>
                    </a:lnTo>
                    <a:lnTo>
                      <a:pt x="5247" y="2166"/>
                    </a:lnTo>
                    <a:lnTo>
                      <a:pt x="5284" y="1945"/>
                    </a:lnTo>
                    <a:lnTo>
                      <a:pt x="5284" y="1725"/>
                    </a:lnTo>
                    <a:lnTo>
                      <a:pt x="5247" y="1505"/>
                    </a:lnTo>
                    <a:lnTo>
                      <a:pt x="5174" y="1248"/>
                    </a:lnTo>
                    <a:lnTo>
                      <a:pt x="5100" y="1065"/>
                    </a:lnTo>
                    <a:lnTo>
                      <a:pt x="5027" y="881"/>
                    </a:lnTo>
                    <a:lnTo>
                      <a:pt x="4770" y="551"/>
                    </a:lnTo>
                    <a:lnTo>
                      <a:pt x="4550" y="368"/>
                    </a:lnTo>
                    <a:lnTo>
                      <a:pt x="4330" y="258"/>
                    </a:lnTo>
                    <a:lnTo>
                      <a:pt x="4036" y="148"/>
                    </a:lnTo>
                    <a:lnTo>
                      <a:pt x="3780" y="74"/>
                    </a:lnTo>
                    <a:lnTo>
                      <a:pt x="3486" y="38"/>
                    </a:lnTo>
                    <a:lnTo>
                      <a:pt x="3193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5" name="Google Shape;23286;p37">
                <a:extLst>
                  <a:ext uri="{FF2B5EF4-FFF2-40B4-BE49-F238E27FC236}">
                    <a16:creationId xmlns:a16="http://schemas.microsoft.com/office/drawing/2014/main" id="{AB02AE00-152F-8709-06CA-8E6AC04FB45F}"/>
                  </a:ext>
                </a:extLst>
              </p:cNvPr>
              <p:cNvGrpSpPr/>
              <p:nvPr/>
            </p:nvGrpSpPr>
            <p:grpSpPr>
              <a:xfrm>
                <a:off x="4514038" y="1623810"/>
                <a:ext cx="369133" cy="233328"/>
                <a:chOff x="2637886" y="1241781"/>
                <a:chExt cx="175878" cy="111172"/>
              </a:xfrm>
            </p:grpSpPr>
            <p:sp>
              <p:nvSpPr>
                <p:cNvPr id="236" name="Google Shape;23287;p37">
                  <a:extLst>
                    <a:ext uri="{FF2B5EF4-FFF2-40B4-BE49-F238E27FC236}">
                      <a16:creationId xmlns:a16="http://schemas.microsoft.com/office/drawing/2014/main" id="{902D8661-5B03-E47A-7B74-0F377E5DB39C}"/>
                    </a:ext>
                  </a:extLst>
                </p:cNvPr>
                <p:cNvSpPr/>
                <p:nvPr/>
              </p:nvSpPr>
              <p:spPr>
                <a:xfrm>
                  <a:off x="2643977" y="1247905"/>
                  <a:ext cx="162464" cy="10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1" h="3010" extrusionOk="0">
                      <a:moveTo>
                        <a:pt x="2863" y="0"/>
                      </a:moveTo>
                      <a:lnTo>
                        <a:pt x="2569" y="37"/>
                      </a:lnTo>
                      <a:lnTo>
                        <a:pt x="2019" y="184"/>
                      </a:lnTo>
                      <a:lnTo>
                        <a:pt x="1395" y="404"/>
                      </a:lnTo>
                      <a:lnTo>
                        <a:pt x="771" y="624"/>
                      </a:lnTo>
                      <a:lnTo>
                        <a:pt x="478" y="734"/>
                      </a:lnTo>
                      <a:lnTo>
                        <a:pt x="331" y="808"/>
                      </a:lnTo>
                      <a:lnTo>
                        <a:pt x="184" y="954"/>
                      </a:lnTo>
                      <a:lnTo>
                        <a:pt x="111" y="1101"/>
                      </a:lnTo>
                      <a:lnTo>
                        <a:pt x="38" y="1248"/>
                      </a:lnTo>
                      <a:lnTo>
                        <a:pt x="1" y="1431"/>
                      </a:lnTo>
                      <a:lnTo>
                        <a:pt x="1" y="1505"/>
                      </a:lnTo>
                      <a:lnTo>
                        <a:pt x="1" y="1615"/>
                      </a:lnTo>
                      <a:lnTo>
                        <a:pt x="1" y="1725"/>
                      </a:lnTo>
                      <a:lnTo>
                        <a:pt x="74" y="1798"/>
                      </a:lnTo>
                      <a:lnTo>
                        <a:pt x="221" y="1982"/>
                      </a:lnTo>
                      <a:lnTo>
                        <a:pt x="404" y="2128"/>
                      </a:lnTo>
                      <a:lnTo>
                        <a:pt x="588" y="2275"/>
                      </a:lnTo>
                      <a:lnTo>
                        <a:pt x="808" y="2385"/>
                      </a:lnTo>
                      <a:lnTo>
                        <a:pt x="1358" y="2569"/>
                      </a:lnTo>
                      <a:lnTo>
                        <a:pt x="1946" y="2752"/>
                      </a:lnTo>
                      <a:lnTo>
                        <a:pt x="2533" y="2862"/>
                      </a:lnTo>
                      <a:lnTo>
                        <a:pt x="3083" y="2972"/>
                      </a:lnTo>
                      <a:lnTo>
                        <a:pt x="3340" y="3009"/>
                      </a:lnTo>
                      <a:lnTo>
                        <a:pt x="3560" y="3009"/>
                      </a:lnTo>
                      <a:lnTo>
                        <a:pt x="3817" y="2972"/>
                      </a:lnTo>
                      <a:lnTo>
                        <a:pt x="4037" y="2899"/>
                      </a:lnTo>
                      <a:lnTo>
                        <a:pt x="4220" y="2789"/>
                      </a:lnTo>
                      <a:lnTo>
                        <a:pt x="4404" y="2642"/>
                      </a:lnTo>
                      <a:lnTo>
                        <a:pt x="4587" y="2459"/>
                      </a:lnTo>
                      <a:lnTo>
                        <a:pt x="4734" y="2239"/>
                      </a:lnTo>
                      <a:lnTo>
                        <a:pt x="4807" y="2018"/>
                      </a:lnTo>
                      <a:lnTo>
                        <a:pt x="4881" y="1762"/>
                      </a:lnTo>
                      <a:lnTo>
                        <a:pt x="4881" y="1541"/>
                      </a:lnTo>
                      <a:lnTo>
                        <a:pt x="4881" y="1321"/>
                      </a:lnTo>
                      <a:lnTo>
                        <a:pt x="4844" y="1138"/>
                      </a:lnTo>
                      <a:lnTo>
                        <a:pt x="4771" y="954"/>
                      </a:lnTo>
                      <a:lnTo>
                        <a:pt x="4697" y="771"/>
                      </a:lnTo>
                      <a:lnTo>
                        <a:pt x="4587" y="587"/>
                      </a:lnTo>
                      <a:lnTo>
                        <a:pt x="4441" y="441"/>
                      </a:lnTo>
                      <a:lnTo>
                        <a:pt x="4257" y="294"/>
                      </a:lnTo>
                      <a:lnTo>
                        <a:pt x="4000" y="147"/>
                      </a:lnTo>
                      <a:lnTo>
                        <a:pt x="3707" y="74"/>
                      </a:lnTo>
                      <a:lnTo>
                        <a:pt x="345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288;p37">
                  <a:extLst>
                    <a:ext uri="{FF2B5EF4-FFF2-40B4-BE49-F238E27FC236}">
                      <a16:creationId xmlns:a16="http://schemas.microsoft.com/office/drawing/2014/main" id="{220926C8-ACC6-EEE9-B6C9-15C75AA1ABEA}"/>
                    </a:ext>
                  </a:extLst>
                </p:cNvPr>
                <p:cNvSpPr/>
                <p:nvPr/>
              </p:nvSpPr>
              <p:spPr>
                <a:xfrm>
                  <a:off x="2718502" y="1275998"/>
                  <a:ext cx="65971" cy="47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2" h="1432" extrusionOk="0">
                      <a:moveTo>
                        <a:pt x="697" y="0"/>
                      </a:moveTo>
                      <a:lnTo>
                        <a:pt x="514" y="74"/>
                      </a:lnTo>
                      <a:lnTo>
                        <a:pt x="330" y="147"/>
                      </a:lnTo>
                      <a:lnTo>
                        <a:pt x="184" y="294"/>
                      </a:lnTo>
                      <a:lnTo>
                        <a:pt x="73" y="441"/>
                      </a:lnTo>
                      <a:lnTo>
                        <a:pt x="0" y="661"/>
                      </a:lnTo>
                      <a:lnTo>
                        <a:pt x="0" y="734"/>
                      </a:lnTo>
                      <a:lnTo>
                        <a:pt x="0" y="844"/>
                      </a:lnTo>
                      <a:lnTo>
                        <a:pt x="73" y="1028"/>
                      </a:lnTo>
                      <a:lnTo>
                        <a:pt x="257" y="1174"/>
                      </a:lnTo>
                      <a:lnTo>
                        <a:pt x="440" y="1321"/>
                      </a:lnTo>
                      <a:lnTo>
                        <a:pt x="624" y="1395"/>
                      </a:lnTo>
                      <a:lnTo>
                        <a:pt x="844" y="1431"/>
                      </a:lnTo>
                      <a:lnTo>
                        <a:pt x="1137" y="1431"/>
                      </a:lnTo>
                      <a:lnTo>
                        <a:pt x="1394" y="1395"/>
                      </a:lnTo>
                      <a:lnTo>
                        <a:pt x="1614" y="1284"/>
                      </a:lnTo>
                      <a:lnTo>
                        <a:pt x="1835" y="1101"/>
                      </a:lnTo>
                      <a:lnTo>
                        <a:pt x="1981" y="844"/>
                      </a:lnTo>
                      <a:lnTo>
                        <a:pt x="1981" y="771"/>
                      </a:lnTo>
                      <a:lnTo>
                        <a:pt x="1981" y="661"/>
                      </a:lnTo>
                      <a:lnTo>
                        <a:pt x="1981" y="551"/>
                      </a:lnTo>
                      <a:lnTo>
                        <a:pt x="1945" y="441"/>
                      </a:lnTo>
                      <a:lnTo>
                        <a:pt x="1798" y="294"/>
                      </a:lnTo>
                      <a:lnTo>
                        <a:pt x="1578" y="147"/>
                      </a:lnTo>
                      <a:lnTo>
                        <a:pt x="1394" y="37"/>
                      </a:lnTo>
                      <a:lnTo>
                        <a:pt x="11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289;p37">
                  <a:extLst>
                    <a:ext uri="{FF2B5EF4-FFF2-40B4-BE49-F238E27FC236}">
                      <a16:creationId xmlns:a16="http://schemas.microsoft.com/office/drawing/2014/main" id="{16F94204-35AB-6526-9FD2-1BCAAEC6603B}"/>
                    </a:ext>
                  </a:extLst>
                </p:cNvPr>
                <p:cNvSpPr/>
                <p:nvPr/>
              </p:nvSpPr>
              <p:spPr>
                <a:xfrm>
                  <a:off x="2723362" y="1280891"/>
                  <a:ext cx="47664" cy="25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2" h="771" extrusionOk="0">
                      <a:moveTo>
                        <a:pt x="625" y="0"/>
                      </a:moveTo>
                      <a:lnTo>
                        <a:pt x="368" y="73"/>
                      </a:lnTo>
                      <a:lnTo>
                        <a:pt x="258" y="147"/>
                      </a:lnTo>
                      <a:lnTo>
                        <a:pt x="148" y="220"/>
                      </a:lnTo>
                      <a:lnTo>
                        <a:pt x="74" y="367"/>
                      </a:lnTo>
                      <a:lnTo>
                        <a:pt x="1" y="514"/>
                      </a:lnTo>
                      <a:lnTo>
                        <a:pt x="1" y="624"/>
                      </a:lnTo>
                      <a:lnTo>
                        <a:pt x="1" y="697"/>
                      </a:lnTo>
                      <a:lnTo>
                        <a:pt x="38" y="771"/>
                      </a:lnTo>
                      <a:lnTo>
                        <a:pt x="111" y="550"/>
                      </a:lnTo>
                      <a:lnTo>
                        <a:pt x="258" y="404"/>
                      </a:lnTo>
                      <a:lnTo>
                        <a:pt x="441" y="330"/>
                      </a:lnTo>
                      <a:lnTo>
                        <a:pt x="661" y="257"/>
                      </a:lnTo>
                      <a:lnTo>
                        <a:pt x="955" y="220"/>
                      </a:lnTo>
                      <a:lnTo>
                        <a:pt x="1248" y="220"/>
                      </a:lnTo>
                      <a:lnTo>
                        <a:pt x="1432" y="257"/>
                      </a:lnTo>
                      <a:lnTo>
                        <a:pt x="1432" y="257"/>
                      </a:lnTo>
                      <a:lnTo>
                        <a:pt x="1358" y="147"/>
                      </a:lnTo>
                      <a:lnTo>
                        <a:pt x="1248" y="73"/>
                      </a:lnTo>
                      <a:lnTo>
                        <a:pt x="1065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290;p37">
                  <a:extLst>
                    <a:ext uri="{FF2B5EF4-FFF2-40B4-BE49-F238E27FC236}">
                      <a16:creationId xmlns:a16="http://schemas.microsoft.com/office/drawing/2014/main" id="{ACB65DE9-7B57-FEAB-6643-0D7B01AB5EC6}"/>
                    </a:ext>
                  </a:extLst>
                </p:cNvPr>
                <p:cNvSpPr/>
                <p:nvPr/>
              </p:nvSpPr>
              <p:spPr>
                <a:xfrm>
                  <a:off x="2637886" y="1241781"/>
                  <a:ext cx="175878" cy="111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84" h="3340" extrusionOk="0">
                      <a:moveTo>
                        <a:pt x="3633" y="184"/>
                      </a:moveTo>
                      <a:lnTo>
                        <a:pt x="3890" y="258"/>
                      </a:lnTo>
                      <a:lnTo>
                        <a:pt x="4183" y="331"/>
                      </a:lnTo>
                      <a:lnTo>
                        <a:pt x="4440" y="478"/>
                      </a:lnTo>
                      <a:lnTo>
                        <a:pt x="4624" y="625"/>
                      </a:lnTo>
                      <a:lnTo>
                        <a:pt x="4770" y="771"/>
                      </a:lnTo>
                      <a:lnTo>
                        <a:pt x="4880" y="955"/>
                      </a:lnTo>
                      <a:lnTo>
                        <a:pt x="4954" y="1138"/>
                      </a:lnTo>
                      <a:lnTo>
                        <a:pt x="5027" y="1322"/>
                      </a:lnTo>
                      <a:lnTo>
                        <a:pt x="5064" y="1505"/>
                      </a:lnTo>
                      <a:lnTo>
                        <a:pt x="5064" y="1725"/>
                      </a:lnTo>
                      <a:lnTo>
                        <a:pt x="5064" y="1946"/>
                      </a:lnTo>
                      <a:lnTo>
                        <a:pt x="4990" y="2202"/>
                      </a:lnTo>
                      <a:lnTo>
                        <a:pt x="4917" y="2423"/>
                      </a:lnTo>
                      <a:lnTo>
                        <a:pt x="4770" y="2643"/>
                      </a:lnTo>
                      <a:lnTo>
                        <a:pt x="4587" y="2826"/>
                      </a:lnTo>
                      <a:lnTo>
                        <a:pt x="4403" y="2973"/>
                      </a:lnTo>
                      <a:lnTo>
                        <a:pt x="4220" y="3083"/>
                      </a:lnTo>
                      <a:lnTo>
                        <a:pt x="4000" y="3156"/>
                      </a:lnTo>
                      <a:lnTo>
                        <a:pt x="3743" y="3193"/>
                      </a:lnTo>
                      <a:lnTo>
                        <a:pt x="3523" y="3193"/>
                      </a:lnTo>
                      <a:lnTo>
                        <a:pt x="3266" y="3156"/>
                      </a:lnTo>
                      <a:lnTo>
                        <a:pt x="2716" y="3046"/>
                      </a:lnTo>
                      <a:lnTo>
                        <a:pt x="2129" y="2936"/>
                      </a:lnTo>
                      <a:lnTo>
                        <a:pt x="1541" y="2753"/>
                      </a:lnTo>
                      <a:lnTo>
                        <a:pt x="991" y="2569"/>
                      </a:lnTo>
                      <a:lnTo>
                        <a:pt x="771" y="2459"/>
                      </a:lnTo>
                      <a:lnTo>
                        <a:pt x="587" y="2312"/>
                      </a:lnTo>
                      <a:lnTo>
                        <a:pt x="404" y="2166"/>
                      </a:lnTo>
                      <a:lnTo>
                        <a:pt x="257" y="1982"/>
                      </a:lnTo>
                      <a:lnTo>
                        <a:pt x="184" y="1909"/>
                      </a:lnTo>
                      <a:lnTo>
                        <a:pt x="184" y="1799"/>
                      </a:lnTo>
                      <a:lnTo>
                        <a:pt x="184" y="1689"/>
                      </a:lnTo>
                      <a:lnTo>
                        <a:pt x="184" y="1615"/>
                      </a:lnTo>
                      <a:lnTo>
                        <a:pt x="221" y="1432"/>
                      </a:lnTo>
                      <a:lnTo>
                        <a:pt x="294" y="1285"/>
                      </a:lnTo>
                      <a:lnTo>
                        <a:pt x="367" y="1138"/>
                      </a:lnTo>
                      <a:lnTo>
                        <a:pt x="514" y="992"/>
                      </a:lnTo>
                      <a:lnTo>
                        <a:pt x="661" y="918"/>
                      </a:lnTo>
                      <a:lnTo>
                        <a:pt x="954" y="808"/>
                      </a:lnTo>
                      <a:lnTo>
                        <a:pt x="1578" y="588"/>
                      </a:lnTo>
                      <a:lnTo>
                        <a:pt x="2202" y="368"/>
                      </a:lnTo>
                      <a:lnTo>
                        <a:pt x="2752" y="221"/>
                      </a:lnTo>
                      <a:lnTo>
                        <a:pt x="3046" y="184"/>
                      </a:lnTo>
                      <a:close/>
                      <a:moveTo>
                        <a:pt x="3046" y="1"/>
                      </a:moveTo>
                      <a:lnTo>
                        <a:pt x="2606" y="38"/>
                      </a:lnTo>
                      <a:lnTo>
                        <a:pt x="1762" y="258"/>
                      </a:lnTo>
                      <a:lnTo>
                        <a:pt x="1358" y="368"/>
                      </a:lnTo>
                      <a:lnTo>
                        <a:pt x="954" y="515"/>
                      </a:lnTo>
                      <a:lnTo>
                        <a:pt x="624" y="698"/>
                      </a:lnTo>
                      <a:lnTo>
                        <a:pt x="404" y="845"/>
                      </a:lnTo>
                      <a:lnTo>
                        <a:pt x="221" y="1065"/>
                      </a:lnTo>
                      <a:lnTo>
                        <a:pt x="74" y="1285"/>
                      </a:lnTo>
                      <a:lnTo>
                        <a:pt x="0" y="1579"/>
                      </a:lnTo>
                      <a:lnTo>
                        <a:pt x="0" y="1689"/>
                      </a:lnTo>
                      <a:lnTo>
                        <a:pt x="0" y="1835"/>
                      </a:lnTo>
                      <a:lnTo>
                        <a:pt x="37" y="1946"/>
                      </a:lnTo>
                      <a:lnTo>
                        <a:pt x="111" y="2092"/>
                      </a:lnTo>
                      <a:lnTo>
                        <a:pt x="294" y="2312"/>
                      </a:lnTo>
                      <a:lnTo>
                        <a:pt x="514" y="2496"/>
                      </a:lnTo>
                      <a:lnTo>
                        <a:pt x="771" y="2643"/>
                      </a:lnTo>
                      <a:lnTo>
                        <a:pt x="991" y="2789"/>
                      </a:lnTo>
                      <a:lnTo>
                        <a:pt x="1541" y="2973"/>
                      </a:lnTo>
                      <a:lnTo>
                        <a:pt x="2239" y="3193"/>
                      </a:lnTo>
                      <a:lnTo>
                        <a:pt x="3009" y="3303"/>
                      </a:lnTo>
                      <a:lnTo>
                        <a:pt x="3376" y="3340"/>
                      </a:lnTo>
                      <a:lnTo>
                        <a:pt x="3780" y="3340"/>
                      </a:lnTo>
                      <a:lnTo>
                        <a:pt x="4000" y="3303"/>
                      </a:lnTo>
                      <a:lnTo>
                        <a:pt x="4220" y="3230"/>
                      </a:lnTo>
                      <a:lnTo>
                        <a:pt x="4477" y="3120"/>
                      </a:lnTo>
                      <a:lnTo>
                        <a:pt x="4660" y="2973"/>
                      </a:lnTo>
                      <a:lnTo>
                        <a:pt x="4880" y="2826"/>
                      </a:lnTo>
                      <a:lnTo>
                        <a:pt x="5027" y="2606"/>
                      </a:lnTo>
                      <a:lnTo>
                        <a:pt x="5174" y="2386"/>
                      </a:lnTo>
                      <a:lnTo>
                        <a:pt x="5247" y="2129"/>
                      </a:lnTo>
                      <a:lnTo>
                        <a:pt x="5284" y="1909"/>
                      </a:lnTo>
                      <a:lnTo>
                        <a:pt x="5284" y="1689"/>
                      </a:lnTo>
                      <a:lnTo>
                        <a:pt x="5247" y="1469"/>
                      </a:lnTo>
                      <a:lnTo>
                        <a:pt x="5174" y="1212"/>
                      </a:lnTo>
                      <a:lnTo>
                        <a:pt x="5100" y="1028"/>
                      </a:lnTo>
                      <a:lnTo>
                        <a:pt x="5027" y="845"/>
                      </a:lnTo>
                      <a:lnTo>
                        <a:pt x="4770" y="515"/>
                      </a:lnTo>
                      <a:lnTo>
                        <a:pt x="4550" y="331"/>
                      </a:lnTo>
                      <a:lnTo>
                        <a:pt x="4330" y="221"/>
                      </a:lnTo>
                      <a:lnTo>
                        <a:pt x="3890" y="74"/>
                      </a:lnTo>
                      <a:lnTo>
                        <a:pt x="348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3291;p37">
                  <a:extLst>
                    <a:ext uri="{FF2B5EF4-FFF2-40B4-BE49-F238E27FC236}">
                      <a16:creationId xmlns:a16="http://schemas.microsoft.com/office/drawing/2014/main" id="{1700B9C1-4EBC-7668-3DA2-F3260B9439DF}"/>
                    </a:ext>
                  </a:extLst>
                </p:cNvPr>
                <p:cNvSpPr/>
                <p:nvPr/>
              </p:nvSpPr>
              <p:spPr>
                <a:xfrm>
                  <a:off x="2652532" y="1252798"/>
                  <a:ext cx="144157" cy="41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1" h="1248" extrusionOk="0">
                      <a:moveTo>
                        <a:pt x="2826" y="0"/>
                      </a:moveTo>
                      <a:lnTo>
                        <a:pt x="2569" y="37"/>
                      </a:lnTo>
                      <a:lnTo>
                        <a:pt x="2276" y="110"/>
                      </a:lnTo>
                      <a:lnTo>
                        <a:pt x="735" y="551"/>
                      </a:lnTo>
                      <a:lnTo>
                        <a:pt x="404" y="661"/>
                      </a:lnTo>
                      <a:lnTo>
                        <a:pt x="258" y="771"/>
                      </a:lnTo>
                      <a:lnTo>
                        <a:pt x="111" y="881"/>
                      </a:lnTo>
                      <a:lnTo>
                        <a:pt x="37" y="954"/>
                      </a:lnTo>
                      <a:lnTo>
                        <a:pt x="1" y="1064"/>
                      </a:lnTo>
                      <a:lnTo>
                        <a:pt x="1" y="1174"/>
                      </a:lnTo>
                      <a:lnTo>
                        <a:pt x="1" y="1248"/>
                      </a:lnTo>
                      <a:lnTo>
                        <a:pt x="111" y="1138"/>
                      </a:lnTo>
                      <a:lnTo>
                        <a:pt x="221" y="1028"/>
                      </a:lnTo>
                      <a:lnTo>
                        <a:pt x="514" y="881"/>
                      </a:lnTo>
                      <a:lnTo>
                        <a:pt x="1175" y="661"/>
                      </a:lnTo>
                      <a:lnTo>
                        <a:pt x="1835" y="477"/>
                      </a:lnTo>
                      <a:lnTo>
                        <a:pt x="2239" y="404"/>
                      </a:lnTo>
                      <a:lnTo>
                        <a:pt x="2679" y="330"/>
                      </a:lnTo>
                      <a:lnTo>
                        <a:pt x="3046" y="294"/>
                      </a:lnTo>
                      <a:lnTo>
                        <a:pt x="3413" y="294"/>
                      </a:lnTo>
                      <a:lnTo>
                        <a:pt x="3633" y="330"/>
                      </a:lnTo>
                      <a:lnTo>
                        <a:pt x="3853" y="404"/>
                      </a:lnTo>
                      <a:lnTo>
                        <a:pt x="3963" y="440"/>
                      </a:lnTo>
                      <a:lnTo>
                        <a:pt x="4073" y="514"/>
                      </a:lnTo>
                      <a:lnTo>
                        <a:pt x="4220" y="697"/>
                      </a:lnTo>
                      <a:lnTo>
                        <a:pt x="4330" y="771"/>
                      </a:lnTo>
                      <a:lnTo>
                        <a:pt x="4330" y="697"/>
                      </a:lnTo>
                      <a:lnTo>
                        <a:pt x="4294" y="661"/>
                      </a:lnTo>
                      <a:lnTo>
                        <a:pt x="4220" y="551"/>
                      </a:lnTo>
                      <a:lnTo>
                        <a:pt x="4037" y="367"/>
                      </a:lnTo>
                      <a:lnTo>
                        <a:pt x="3853" y="220"/>
                      </a:lnTo>
                      <a:lnTo>
                        <a:pt x="3633" y="110"/>
                      </a:lnTo>
                      <a:lnTo>
                        <a:pt x="3376" y="37"/>
                      </a:lnTo>
                      <a:lnTo>
                        <a:pt x="3119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41" name="Google Shape;23292;p37">
              <a:extLst>
                <a:ext uri="{FF2B5EF4-FFF2-40B4-BE49-F238E27FC236}">
                  <a16:creationId xmlns:a16="http://schemas.microsoft.com/office/drawing/2014/main" id="{CA2D41C1-1D5A-197D-94E5-4DFEFA7AA5B0}"/>
                </a:ext>
              </a:extLst>
            </p:cNvPr>
            <p:cNvGrpSpPr/>
            <p:nvPr/>
          </p:nvGrpSpPr>
          <p:grpSpPr>
            <a:xfrm rot="6270274">
              <a:off x="4975495" y="1453696"/>
              <a:ext cx="329805" cy="186524"/>
              <a:chOff x="1868855" y="1485386"/>
              <a:chExt cx="489639" cy="276919"/>
            </a:xfrm>
          </p:grpSpPr>
          <p:sp>
            <p:nvSpPr>
              <p:cNvPr id="242" name="Google Shape;23293;p37">
                <a:extLst>
                  <a:ext uri="{FF2B5EF4-FFF2-40B4-BE49-F238E27FC236}">
                    <a16:creationId xmlns:a16="http://schemas.microsoft.com/office/drawing/2014/main" id="{7D6C21C3-2E08-40A2-CEFA-B97B39F1696B}"/>
                  </a:ext>
                </a:extLst>
              </p:cNvPr>
              <p:cNvSpPr/>
              <p:nvPr/>
            </p:nvSpPr>
            <p:spPr>
              <a:xfrm>
                <a:off x="1868855" y="1485421"/>
                <a:ext cx="489631" cy="276845"/>
              </a:xfrm>
              <a:custGeom>
                <a:avLst/>
                <a:gdLst/>
                <a:ahLst/>
                <a:cxnLst/>
                <a:rect l="l" t="t" r="r" b="b"/>
                <a:pathLst>
                  <a:path w="7009" h="3963" extrusionOk="0">
                    <a:moveTo>
                      <a:pt x="4733" y="0"/>
                    </a:moveTo>
                    <a:lnTo>
                      <a:pt x="4330" y="74"/>
                    </a:lnTo>
                    <a:lnTo>
                      <a:pt x="3779" y="220"/>
                    </a:lnTo>
                    <a:lnTo>
                      <a:pt x="3229" y="330"/>
                    </a:lnTo>
                    <a:lnTo>
                      <a:pt x="2679" y="441"/>
                    </a:lnTo>
                    <a:lnTo>
                      <a:pt x="2092" y="477"/>
                    </a:lnTo>
                    <a:lnTo>
                      <a:pt x="1395" y="551"/>
                    </a:lnTo>
                    <a:lnTo>
                      <a:pt x="991" y="587"/>
                    </a:lnTo>
                    <a:lnTo>
                      <a:pt x="807" y="661"/>
                    </a:lnTo>
                    <a:lnTo>
                      <a:pt x="624" y="734"/>
                    </a:lnTo>
                    <a:lnTo>
                      <a:pt x="404" y="881"/>
                    </a:lnTo>
                    <a:lnTo>
                      <a:pt x="220" y="1064"/>
                    </a:lnTo>
                    <a:lnTo>
                      <a:pt x="74" y="1284"/>
                    </a:lnTo>
                    <a:lnTo>
                      <a:pt x="0" y="1578"/>
                    </a:lnTo>
                    <a:lnTo>
                      <a:pt x="37" y="1835"/>
                    </a:lnTo>
                    <a:lnTo>
                      <a:pt x="147" y="2092"/>
                    </a:lnTo>
                    <a:lnTo>
                      <a:pt x="367" y="2422"/>
                    </a:lnTo>
                    <a:lnTo>
                      <a:pt x="624" y="2715"/>
                    </a:lnTo>
                    <a:lnTo>
                      <a:pt x="954" y="2972"/>
                    </a:lnTo>
                    <a:lnTo>
                      <a:pt x="1284" y="3192"/>
                    </a:lnTo>
                    <a:lnTo>
                      <a:pt x="1651" y="3449"/>
                    </a:lnTo>
                    <a:lnTo>
                      <a:pt x="1872" y="3559"/>
                    </a:lnTo>
                    <a:lnTo>
                      <a:pt x="2092" y="3633"/>
                    </a:lnTo>
                    <a:lnTo>
                      <a:pt x="2532" y="3779"/>
                    </a:lnTo>
                    <a:lnTo>
                      <a:pt x="2972" y="3889"/>
                    </a:lnTo>
                    <a:lnTo>
                      <a:pt x="3413" y="3963"/>
                    </a:lnTo>
                    <a:lnTo>
                      <a:pt x="4256" y="3963"/>
                    </a:lnTo>
                    <a:lnTo>
                      <a:pt x="4733" y="3889"/>
                    </a:lnTo>
                    <a:lnTo>
                      <a:pt x="4990" y="3816"/>
                    </a:lnTo>
                    <a:lnTo>
                      <a:pt x="5210" y="3743"/>
                    </a:lnTo>
                    <a:lnTo>
                      <a:pt x="5651" y="3523"/>
                    </a:lnTo>
                    <a:lnTo>
                      <a:pt x="6018" y="3229"/>
                    </a:lnTo>
                    <a:lnTo>
                      <a:pt x="6348" y="2899"/>
                    </a:lnTo>
                    <a:lnTo>
                      <a:pt x="6641" y="2495"/>
                    </a:lnTo>
                    <a:lnTo>
                      <a:pt x="6788" y="2275"/>
                    </a:lnTo>
                    <a:lnTo>
                      <a:pt x="6861" y="2055"/>
                    </a:lnTo>
                    <a:lnTo>
                      <a:pt x="6972" y="1798"/>
                    </a:lnTo>
                    <a:lnTo>
                      <a:pt x="7008" y="1578"/>
                    </a:lnTo>
                    <a:lnTo>
                      <a:pt x="7008" y="1321"/>
                    </a:lnTo>
                    <a:lnTo>
                      <a:pt x="6972" y="1101"/>
                    </a:lnTo>
                    <a:lnTo>
                      <a:pt x="6898" y="881"/>
                    </a:lnTo>
                    <a:lnTo>
                      <a:pt x="6788" y="697"/>
                    </a:lnTo>
                    <a:lnTo>
                      <a:pt x="6605" y="477"/>
                    </a:lnTo>
                    <a:lnTo>
                      <a:pt x="6421" y="294"/>
                    </a:lnTo>
                    <a:lnTo>
                      <a:pt x="6201" y="147"/>
                    </a:lnTo>
                    <a:lnTo>
                      <a:pt x="5944" y="74"/>
                    </a:lnTo>
                    <a:lnTo>
                      <a:pt x="5834" y="37"/>
                    </a:lnTo>
                    <a:lnTo>
                      <a:pt x="5687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3" name="Google Shape;23294;p37">
                <a:extLst>
                  <a:ext uri="{FF2B5EF4-FFF2-40B4-BE49-F238E27FC236}">
                    <a16:creationId xmlns:a16="http://schemas.microsoft.com/office/drawing/2014/main" id="{EA69D0C5-74C9-560E-135C-F082448A69DC}"/>
                  </a:ext>
                </a:extLst>
              </p:cNvPr>
              <p:cNvGrpSpPr/>
              <p:nvPr/>
            </p:nvGrpSpPr>
            <p:grpSpPr>
              <a:xfrm>
                <a:off x="1868855" y="1485386"/>
                <a:ext cx="489639" cy="276919"/>
                <a:chOff x="1377555" y="1175843"/>
                <a:chExt cx="233295" cy="131942"/>
              </a:xfrm>
            </p:grpSpPr>
            <p:sp>
              <p:nvSpPr>
                <p:cNvPr id="244" name="Google Shape;23295;p37">
                  <a:extLst>
                    <a:ext uri="{FF2B5EF4-FFF2-40B4-BE49-F238E27FC236}">
                      <a16:creationId xmlns:a16="http://schemas.microsoft.com/office/drawing/2014/main" id="{717422B2-8706-2823-2266-C3E2158F11F7}"/>
                    </a:ext>
                  </a:extLst>
                </p:cNvPr>
                <p:cNvSpPr/>
                <p:nvPr/>
              </p:nvSpPr>
              <p:spPr>
                <a:xfrm>
                  <a:off x="1377555" y="1175843"/>
                  <a:ext cx="233295" cy="1319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9" h="3964" extrusionOk="0">
                      <a:moveTo>
                        <a:pt x="5027" y="1"/>
                      </a:moveTo>
                      <a:lnTo>
                        <a:pt x="4660" y="37"/>
                      </a:lnTo>
                      <a:lnTo>
                        <a:pt x="4330" y="74"/>
                      </a:lnTo>
                      <a:lnTo>
                        <a:pt x="3779" y="221"/>
                      </a:lnTo>
                      <a:lnTo>
                        <a:pt x="3229" y="331"/>
                      </a:lnTo>
                      <a:lnTo>
                        <a:pt x="2679" y="441"/>
                      </a:lnTo>
                      <a:lnTo>
                        <a:pt x="2092" y="478"/>
                      </a:lnTo>
                      <a:lnTo>
                        <a:pt x="1395" y="551"/>
                      </a:lnTo>
                      <a:lnTo>
                        <a:pt x="991" y="588"/>
                      </a:lnTo>
                      <a:lnTo>
                        <a:pt x="807" y="661"/>
                      </a:lnTo>
                      <a:lnTo>
                        <a:pt x="624" y="734"/>
                      </a:lnTo>
                      <a:lnTo>
                        <a:pt x="404" y="881"/>
                      </a:lnTo>
                      <a:lnTo>
                        <a:pt x="220" y="1065"/>
                      </a:lnTo>
                      <a:lnTo>
                        <a:pt x="74" y="1285"/>
                      </a:lnTo>
                      <a:lnTo>
                        <a:pt x="0" y="1578"/>
                      </a:lnTo>
                      <a:lnTo>
                        <a:pt x="37" y="1835"/>
                      </a:lnTo>
                      <a:lnTo>
                        <a:pt x="147" y="2092"/>
                      </a:lnTo>
                      <a:lnTo>
                        <a:pt x="367" y="2422"/>
                      </a:lnTo>
                      <a:lnTo>
                        <a:pt x="624" y="2716"/>
                      </a:lnTo>
                      <a:lnTo>
                        <a:pt x="954" y="2973"/>
                      </a:lnTo>
                      <a:lnTo>
                        <a:pt x="1284" y="3193"/>
                      </a:lnTo>
                      <a:lnTo>
                        <a:pt x="1651" y="3450"/>
                      </a:lnTo>
                      <a:lnTo>
                        <a:pt x="1872" y="3560"/>
                      </a:lnTo>
                      <a:lnTo>
                        <a:pt x="2092" y="3633"/>
                      </a:lnTo>
                      <a:lnTo>
                        <a:pt x="2605" y="3780"/>
                      </a:lnTo>
                      <a:lnTo>
                        <a:pt x="3156" y="3927"/>
                      </a:lnTo>
                      <a:lnTo>
                        <a:pt x="3706" y="3963"/>
                      </a:lnTo>
                      <a:lnTo>
                        <a:pt x="4256" y="3963"/>
                      </a:lnTo>
                      <a:lnTo>
                        <a:pt x="4733" y="3890"/>
                      </a:lnTo>
                      <a:lnTo>
                        <a:pt x="4990" y="3816"/>
                      </a:lnTo>
                      <a:lnTo>
                        <a:pt x="5210" y="3743"/>
                      </a:lnTo>
                      <a:lnTo>
                        <a:pt x="5651" y="3523"/>
                      </a:lnTo>
                      <a:lnTo>
                        <a:pt x="6018" y="3229"/>
                      </a:lnTo>
                      <a:lnTo>
                        <a:pt x="6348" y="2899"/>
                      </a:lnTo>
                      <a:lnTo>
                        <a:pt x="6641" y="2496"/>
                      </a:lnTo>
                      <a:lnTo>
                        <a:pt x="6788" y="2275"/>
                      </a:lnTo>
                      <a:lnTo>
                        <a:pt x="6861" y="2055"/>
                      </a:lnTo>
                      <a:lnTo>
                        <a:pt x="6972" y="1798"/>
                      </a:lnTo>
                      <a:lnTo>
                        <a:pt x="7008" y="1578"/>
                      </a:lnTo>
                      <a:lnTo>
                        <a:pt x="7008" y="1322"/>
                      </a:lnTo>
                      <a:lnTo>
                        <a:pt x="6972" y="1101"/>
                      </a:lnTo>
                      <a:lnTo>
                        <a:pt x="6898" y="881"/>
                      </a:lnTo>
                      <a:lnTo>
                        <a:pt x="6788" y="698"/>
                      </a:lnTo>
                      <a:lnTo>
                        <a:pt x="6605" y="478"/>
                      </a:lnTo>
                      <a:lnTo>
                        <a:pt x="6421" y="294"/>
                      </a:lnTo>
                      <a:lnTo>
                        <a:pt x="6201" y="147"/>
                      </a:lnTo>
                      <a:lnTo>
                        <a:pt x="5944" y="74"/>
                      </a:lnTo>
                      <a:lnTo>
                        <a:pt x="5834" y="37"/>
                      </a:lnTo>
                      <a:lnTo>
                        <a:pt x="568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3296;p37">
                  <a:extLst>
                    <a:ext uri="{FF2B5EF4-FFF2-40B4-BE49-F238E27FC236}">
                      <a16:creationId xmlns:a16="http://schemas.microsoft.com/office/drawing/2014/main" id="{99D9BE3A-A4AC-8C22-7E04-B2AD92836A08}"/>
                    </a:ext>
                  </a:extLst>
                </p:cNvPr>
                <p:cNvSpPr/>
                <p:nvPr/>
              </p:nvSpPr>
              <p:spPr>
                <a:xfrm>
                  <a:off x="1389771" y="1185629"/>
                  <a:ext cx="197879" cy="4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5" h="1468" extrusionOk="0">
                      <a:moveTo>
                        <a:pt x="4697" y="0"/>
                      </a:moveTo>
                      <a:lnTo>
                        <a:pt x="4330" y="37"/>
                      </a:lnTo>
                      <a:lnTo>
                        <a:pt x="2605" y="367"/>
                      </a:lnTo>
                      <a:lnTo>
                        <a:pt x="1468" y="514"/>
                      </a:lnTo>
                      <a:lnTo>
                        <a:pt x="1028" y="587"/>
                      </a:lnTo>
                      <a:lnTo>
                        <a:pt x="624" y="697"/>
                      </a:lnTo>
                      <a:lnTo>
                        <a:pt x="367" y="807"/>
                      </a:lnTo>
                      <a:lnTo>
                        <a:pt x="147" y="991"/>
                      </a:lnTo>
                      <a:lnTo>
                        <a:pt x="74" y="1064"/>
                      </a:lnTo>
                      <a:lnTo>
                        <a:pt x="37" y="1174"/>
                      </a:lnTo>
                      <a:lnTo>
                        <a:pt x="0" y="1321"/>
                      </a:lnTo>
                      <a:lnTo>
                        <a:pt x="0" y="1468"/>
                      </a:lnTo>
                      <a:lnTo>
                        <a:pt x="147" y="1248"/>
                      </a:lnTo>
                      <a:lnTo>
                        <a:pt x="330" y="1101"/>
                      </a:lnTo>
                      <a:lnTo>
                        <a:pt x="551" y="1028"/>
                      </a:lnTo>
                      <a:lnTo>
                        <a:pt x="771" y="991"/>
                      </a:lnTo>
                      <a:lnTo>
                        <a:pt x="1174" y="954"/>
                      </a:lnTo>
                      <a:lnTo>
                        <a:pt x="1578" y="917"/>
                      </a:lnTo>
                      <a:lnTo>
                        <a:pt x="2128" y="844"/>
                      </a:lnTo>
                      <a:lnTo>
                        <a:pt x="2715" y="771"/>
                      </a:lnTo>
                      <a:lnTo>
                        <a:pt x="3376" y="624"/>
                      </a:lnTo>
                      <a:lnTo>
                        <a:pt x="3559" y="624"/>
                      </a:lnTo>
                      <a:lnTo>
                        <a:pt x="3596" y="587"/>
                      </a:lnTo>
                      <a:lnTo>
                        <a:pt x="3669" y="551"/>
                      </a:lnTo>
                      <a:lnTo>
                        <a:pt x="4330" y="404"/>
                      </a:lnTo>
                      <a:lnTo>
                        <a:pt x="5027" y="294"/>
                      </a:lnTo>
                      <a:lnTo>
                        <a:pt x="5210" y="257"/>
                      </a:lnTo>
                      <a:lnTo>
                        <a:pt x="5357" y="294"/>
                      </a:lnTo>
                      <a:lnTo>
                        <a:pt x="5687" y="330"/>
                      </a:lnTo>
                      <a:lnTo>
                        <a:pt x="5944" y="404"/>
                      </a:lnTo>
                      <a:lnTo>
                        <a:pt x="5944" y="404"/>
                      </a:lnTo>
                      <a:lnTo>
                        <a:pt x="5834" y="294"/>
                      </a:lnTo>
                      <a:lnTo>
                        <a:pt x="5724" y="184"/>
                      </a:lnTo>
                      <a:lnTo>
                        <a:pt x="5467" y="110"/>
                      </a:lnTo>
                      <a:lnTo>
                        <a:pt x="5027" y="37"/>
                      </a:lnTo>
                      <a:lnTo>
                        <a:pt x="4697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3297;p37">
                  <a:extLst>
                    <a:ext uri="{FF2B5EF4-FFF2-40B4-BE49-F238E27FC236}">
                      <a16:creationId xmlns:a16="http://schemas.microsoft.com/office/drawing/2014/main" id="{713B5D46-5DCD-DA66-7265-F9C5A79B57F4}"/>
                    </a:ext>
                  </a:extLst>
                </p:cNvPr>
                <p:cNvSpPr/>
                <p:nvPr/>
              </p:nvSpPr>
              <p:spPr>
                <a:xfrm>
                  <a:off x="1582723" y="1197845"/>
                  <a:ext cx="15910" cy="19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" h="588" extrusionOk="0">
                      <a:moveTo>
                        <a:pt x="294" y="0"/>
                      </a:moveTo>
                      <a:lnTo>
                        <a:pt x="257" y="110"/>
                      </a:lnTo>
                      <a:lnTo>
                        <a:pt x="184" y="257"/>
                      </a:lnTo>
                      <a:lnTo>
                        <a:pt x="74" y="257"/>
                      </a:lnTo>
                      <a:lnTo>
                        <a:pt x="0" y="220"/>
                      </a:lnTo>
                      <a:lnTo>
                        <a:pt x="0" y="257"/>
                      </a:lnTo>
                      <a:lnTo>
                        <a:pt x="0" y="294"/>
                      </a:lnTo>
                      <a:lnTo>
                        <a:pt x="0" y="330"/>
                      </a:lnTo>
                      <a:lnTo>
                        <a:pt x="110" y="367"/>
                      </a:lnTo>
                      <a:lnTo>
                        <a:pt x="147" y="404"/>
                      </a:lnTo>
                      <a:lnTo>
                        <a:pt x="147" y="477"/>
                      </a:lnTo>
                      <a:lnTo>
                        <a:pt x="147" y="587"/>
                      </a:lnTo>
                      <a:lnTo>
                        <a:pt x="221" y="477"/>
                      </a:lnTo>
                      <a:lnTo>
                        <a:pt x="294" y="440"/>
                      </a:lnTo>
                      <a:lnTo>
                        <a:pt x="367" y="404"/>
                      </a:lnTo>
                      <a:lnTo>
                        <a:pt x="477" y="440"/>
                      </a:lnTo>
                      <a:lnTo>
                        <a:pt x="477" y="440"/>
                      </a:lnTo>
                      <a:lnTo>
                        <a:pt x="441" y="367"/>
                      </a:lnTo>
                      <a:lnTo>
                        <a:pt x="367" y="367"/>
                      </a:lnTo>
                      <a:lnTo>
                        <a:pt x="331" y="330"/>
                      </a:lnTo>
                      <a:lnTo>
                        <a:pt x="294" y="294"/>
                      </a:lnTo>
                      <a:lnTo>
                        <a:pt x="294" y="184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3298;p37">
                  <a:extLst>
                    <a:ext uri="{FF2B5EF4-FFF2-40B4-BE49-F238E27FC236}">
                      <a16:creationId xmlns:a16="http://schemas.microsoft.com/office/drawing/2014/main" id="{878125EB-31AD-A7C3-8146-EF7439178AAB}"/>
                    </a:ext>
                  </a:extLst>
                </p:cNvPr>
                <p:cNvSpPr/>
                <p:nvPr/>
              </p:nvSpPr>
              <p:spPr>
                <a:xfrm>
                  <a:off x="1513091" y="1234458"/>
                  <a:ext cx="15910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" h="148" extrusionOk="0">
                      <a:moveTo>
                        <a:pt x="258" y="1"/>
                      </a:moveTo>
                      <a:lnTo>
                        <a:pt x="74" y="37"/>
                      </a:lnTo>
                      <a:lnTo>
                        <a:pt x="38" y="37"/>
                      </a:lnTo>
                      <a:lnTo>
                        <a:pt x="1" y="111"/>
                      </a:lnTo>
                      <a:lnTo>
                        <a:pt x="38" y="148"/>
                      </a:lnTo>
                      <a:lnTo>
                        <a:pt x="111" y="148"/>
                      </a:lnTo>
                      <a:lnTo>
                        <a:pt x="294" y="111"/>
                      </a:lnTo>
                      <a:lnTo>
                        <a:pt x="478" y="37"/>
                      </a:lnTo>
                      <a:lnTo>
                        <a:pt x="258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3299;p37">
                  <a:extLst>
                    <a:ext uri="{FF2B5EF4-FFF2-40B4-BE49-F238E27FC236}">
                      <a16:creationId xmlns:a16="http://schemas.microsoft.com/office/drawing/2014/main" id="{19B646F8-56CA-CEA5-D507-822CCA6E5D78}"/>
                    </a:ext>
                  </a:extLst>
                </p:cNvPr>
                <p:cNvSpPr/>
                <p:nvPr/>
              </p:nvSpPr>
              <p:spPr>
                <a:xfrm>
                  <a:off x="1445922" y="1252798"/>
                  <a:ext cx="7389" cy="7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" h="221" extrusionOk="0">
                      <a:moveTo>
                        <a:pt x="38" y="0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1" y="147"/>
                      </a:lnTo>
                      <a:lnTo>
                        <a:pt x="38" y="184"/>
                      </a:lnTo>
                      <a:lnTo>
                        <a:pt x="111" y="220"/>
                      </a:lnTo>
                      <a:lnTo>
                        <a:pt x="184" y="220"/>
                      </a:lnTo>
                      <a:lnTo>
                        <a:pt x="221" y="184"/>
                      </a:lnTo>
                      <a:lnTo>
                        <a:pt x="221" y="110"/>
                      </a:lnTo>
                      <a:lnTo>
                        <a:pt x="221" y="74"/>
                      </a:lnTo>
                      <a:lnTo>
                        <a:pt x="111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3300;p37">
                  <a:extLst>
                    <a:ext uri="{FF2B5EF4-FFF2-40B4-BE49-F238E27FC236}">
                      <a16:creationId xmlns:a16="http://schemas.microsoft.com/office/drawing/2014/main" id="{244D04DC-EABD-4EDB-4674-5885F885815B}"/>
                    </a:ext>
                  </a:extLst>
                </p:cNvPr>
                <p:cNvSpPr/>
                <p:nvPr/>
              </p:nvSpPr>
              <p:spPr>
                <a:xfrm>
                  <a:off x="1433740" y="1221044"/>
                  <a:ext cx="8554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184" extrusionOk="0">
                      <a:moveTo>
                        <a:pt x="73" y="0"/>
                      </a:moveTo>
                      <a:lnTo>
                        <a:pt x="37" y="37"/>
                      </a:lnTo>
                      <a:lnTo>
                        <a:pt x="0" y="74"/>
                      </a:lnTo>
                      <a:lnTo>
                        <a:pt x="0" y="147"/>
                      </a:lnTo>
                      <a:lnTo>
                        <a:pt x="37" y="147"/>
                      </a:lnTo>
                      <a:lnTo>
                        <a:pt x="110" y="184"/>
                      </a:lnTo>
                      <a:lnTo>
                        <a:pt x="147" y="147"/>
                      </a:lnTo>
                      <a:lnTo>
                        <a:pt x="220" y="110"/>
                      </a:lnTo>
                      <a:lnTo>
                        <a:pt x="257" y="74"/>
                      </a:lnTo>
                      <a:lnTo>
                        <a:pt x="257" y="37"/>
                      </a:lnTo>
                      <a:lnTo>
                        <a:pt x="220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3301;p37">
                  <a:extLst>
                    <a:ext uri="{FF2B5EF4-FFF2-40B4-BE49-F238E27FC236}">
                      <a16:creationId xmlns:a16="http://schemas.microsoft.com/office/drawing/2014/main" id="{66AE1C7E-56BE-DC1A-88BC-928CD06624C5}"/>
                    </a:ext>
                  </a:extLst>
                </p:cNvPr>
                <p:cNvSpPr/>
                <p:nvPr/>
              </p:nvSpPr>
              <p:spPr>
                <a:xfrm>
                  <a:off x="1504570" y="1206366"/>
                  <a:ext cx="7356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185" extrusionOk="0">
                      <a:moveTo>
                        <a:pt x="37" y="1"/>
                      </a:moveTo>
                      <a:lnTo>
                        <a:pt x="0" y="38"/>
                      </a:lnTo>
                      <a:lnTo>
                        <a:pt x="0" y="111"/>
                      </a:lnTo>
                      <a:lnTo>
                        <a:pt x="37" y="184"/>
                      </a:lnTo>
                      <a:lnTo>
                        <a:pt x="110" y="184"/>
                      </a:lnTo>
                      <a:lnTo>
                        <a:pt x="184" y="148"/>
                      </a:lnTo>
                      <a:lnTo>
                        <a:pt x="220" y="74"/>
                      </a:lnTo>
                      <a:lnTo>
                        <a:pt x="147" y="38"/>
                      </a:lnTo>
                      <a:lnTo>
                        <a:pt x="110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3302;p37">
                  <a:extLst>
                    <a:ext uri="{FF2B5EF4-FFF2-40B4-BE49-F238E27FC236}">
                      <a16:creationId xmlns:a16="http://schemas.microsoft.com/office/drawing/2014/main" id="{811B673A-77D0-67C9-9970-5A165562A6E5}"/>
                    </a:ext>
                  </a:extLst>
                </p:cNvPr>
                <p:cNvSpPr/>
                <p:nvPr/>
              </p:nvSpPr>
              <p:spPr>
                <a:xfrm>
                  <a:off x="1514323" y="1289412"/>
                  <a:ext cx="11017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11" extrusionOk="0">
                      <a:moveTo>
                        <a:pt x="37" y="1"/>
                      </a:moveTo>
                      <a:lnTo>
                        <a:pt x="1" y="38"/>
                      </a:lnTo>
                      <a:lnTo>
                        <a:pt x="1" y="74"/>
                      </a:lnTo>
                      <a:lnTo>
                        <a:pt x="37" y="111"/>
                      </a:lnTo>
                      <a:lnTo>
                        <a:pt x="74" y="111"/>
                      </a:lnTo>
                      <a:lnTo>
                        <a:pt x="221" y="74"/>
                      </a:lnTo>
                      <a:lnTo>
                        <a:pt x="331" y="38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3303;p37">
                  <a:extLst>
                    <a:ext uri="{FF2B5EF4-FFF2-40B4-BE49-F238E27FC236}">
                      <a16:creationId xmlns:a16="http://schemas.microsoft.com/office/drawing/2014/main" id="{41679423-F8BC-2BCB-C5DF-50FEC06F9D4C}"/>
                    </a:ext>
                  </a:extLst>
                </p:cNvPr>
                <p:cNvSpPr/>
                <p:nvPr/>
              </p:nvSpPr>
              <p:spPr>
                <a:xfrm>
                  <a:off x="1546077" y="1274766"/>
                  <a:ext cx="8588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48" extrusionOk="0">
                      <a:moveTo>
                        <a:pt x="111" y="1"/>
                      </a:moveTo>
                      <a:lnTo>
                        <a:pt x="37" y="37"/>
                      </a:lnTo>
                      <a:lnTo>
                        <a:pt x="1" y="74"/>
                      </a:lnTo>
                      <a:lnTo>
                        <a:pt x="1" y="147"/>
                      </a:lnTo>
                      <a:lnTo>
                        <a:pt x="37" y="147"/>
                      </a:lnTo>
                      <a:lnTo>
                        <a:pt x="147" y="111"/>
                      </a:lnTo>
                      <a:lnTo>
                        <a:pt x="257" y="74"/>
                      </a:lnTo>
                      <a:lnTo>
                        <a:pt x="184" y="37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3304;p37">
                  <a:extLst>
                    <a:ext uri="{FF2B5EF4-FFF2-40B4-BE49-F238E27FC236}">
                      <a16:creationId xmlns:a16="http://schemas.microsoft.com/office/drawing/2014/main" id="{F51F540D-EBFD-201D-CF4A-A1603C01502F}"/>
                    </a:ext>
                  </a:extLst>
                </p:cNvPr>
                <p:cNvSpPr/>
                <p:nvPr/>
              </p:nvSpPr>
              <p:spPr>
                <a:xfrm>
                  <a:off x="1509430" y="1263782"/>
                  <a:ext cx="9819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" h="111" extrusionOk="0">
                      <a:moveTo>
                        <a:pt x="38" y="0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1" y="110"/>
                      </a:lnTo>
                      <a:lnTo>
                        <a:pt x="148" y="110"/>
                      </a:lnTo>
                      <a:lnTo>
                        <a:pt x="294" y="74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3305;p37">
                  <a:extLst>
                    <a:ext uri="{FF2B5EF4-FFF2-40B4-BE49-F238E27FC236}">
                      <a16:creationId xmlns:a16="http://schemas.microsoft.com/office/drawing/2014/main" id="{5BE48681-82B3-A860-F6B7-3B7E79046778}"/>
                    </a:ext>
                  </a:extLst>
                </p:cNvPr>
                <p:cNvSpPr/>
                <p:nvPr/>
              </p:nvSpPr>
              <p:spPr>
                <a:xfrm>
                  <a:off x="1483801" y="1252798"/>
                  <a:ext cx="8588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47" extrusionOk="0">
                      <a:moveTo>
                        <a:pt x="221" y="0"/>
                      </a:moveTo>
                      <a:lnTo>
                        <a:pt x="74" y="37"/>
                      </a:lnTo>
                      <a:lnTo>
                        <a:pt x="37" y="74"/>
                      </a:lnTo>
                      <a:lnTo>
                        <a:pt x="0" y="147"/>
                      </a:lnTo>
                      <a:lnTo>
                        <a:pt x="110" y="147"/>
                      </a:lnTo>
                      <a:lnTo>
                        <a:pt x="221" y="110"/>
                      </a:lnTo>
                      <a:lnTo>
                        <a:pt x="257" y="74"/>
                      </a:lnTo>
                      <a:lnTo>
                        <a:pt x="257" y="37"/>
                      </a:lnTo>
                      <a:lnTo>
                        <a:pt x="257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3306;p37">
                  <a:extLst>
                    <a:ext uri="{FF2B5EF4-FFF2-40B4-BE49-F238E27FC236}">
                      <a16:creationId xmlns:a16="http://schemas.microsoft.com/office/drawing/2014/main" id="{7715B695-211D-E334-2150-D5BEDB413948}"/>
                    </a:ext>
                  </a:extLst>
                </p:cNvPr>
                <p:cNvSpPr/>
                <p:nvPr/>
              </p:nvSpPr>
              <p:spPr>
                <a:xfrm>
                  <a:off x="1464262" y="1228367"/>
                  <a:ext cx="9786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111" extrusionOk="0">
                      <a:moveTo>
                        <a:pt x="147" y="0"/>
                      </a:moveTo>
                      <a:lnTo>
                        <a:pt x="74" y="37"/>
                      </a:lnTo>
                      <a:lnTo>
                        <a:pt x="0" y="110"/>
                      </a:lnTo>
                      <a:lnTo>
                        <a:pt x="184" y="110"/>
                      </a:lnTo>
                      <a:lnTo>
                        <a:pt x="294" y="37"/>
                      </a:lnTo>
                      <a:lnTo>
                        <a:pt x="220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3307;p37">
                  <a:extLst>
                    <a:ext uri="{FF2B5EF4-FFF2-40B4-BE49-F238E27FC236}">
                      <a16:creationId xmlns:a16="http://schemas.microsoft.com/office/drawing/2014/main" id="{60943832-957E-81CB-2AC5-9952073826E5}"/>
                    </a:ext>
                  </a:extLst>
                </p:cNvPr>
                <p:cNvSpPr/>
                <p:nvPr/>
              </p:nvSpPr>
              <p:spPr>
                <a:xfrm>
                  <a:off x="1539985" y="1251567"/>
                  <a:ext cx="9786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148" extrusionOk="0">
                      <a:moveTo>
                        <a:pt x="147" y="0"/>
                      </a:moveTo>
                      <a:lnTo>
                        <a:pt x="37" y="37"/>
                      </a:lnTo>
                      <a:lnTo>
                        <a:pt x="0" y="74"/>
                      </a:lnTo>
                      <a:lnTo>
                        <a:pt x="0" y="111"/>
                      </a:lnTo>
                      <a:lnTo>
                        <a:pt x="37" y="147"/>
                      </a:lnTo>
                      <a:lnTo>
                        <a:pt x="74" y="111"/>
                      </a:lnTo>
                      <a:lnTo>
                        <a:pt x="294" y="37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3308;p37">
                  <a:extLst>
                    <a:ext uri="{FF2B5EF4-FFF2-40B4-BE49-F238E27FC236}">
                      <a16:creationId xmlns:a16="http://schemas.microsoft.com/office/drawing/2014/main" id="{9D5E11FE-B841-2A09-6E3F-4C01F5F6613D}"/>
                    </a:ext>
                  </a:extLst>
                </p:cNvPr>
                <p:cNvSpPr/>
                <p:nvPr/>
              </p:nvSpPr>
              <p:spPr>
                <a:xfrm>
                  <a:off x="1537522" y="1208829"/>
                  <a:ext cx="6158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111" extrusionOk="0">
                      <a:moveTo>
                        <a:pt x="37" y="0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37" y="110"/>
                      </a:lnTo>
                      <a:lnTo>
                        <a:pt x="111" y="110"/>
                      </a:lnTo>
                      <a:lnTo>
                        <a:pt x="184" y="74"/>
                      </a:lnTo>
                      <a:lnTo>
                        <a:pt x="148" y="37"/>
                      </a:lnTo>
                      <a:lnTo>
                        <a:pt x="111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3309;p37">
                  <a:extLst>
                    <a:ext uri="{FF2B5EF4-FFF2-40B4-BE49-F238E27FC236}">
                      <a16:creationId xmlns:a16="http://schemas.microsoft.com/office/drawing/2014/main" id="{27E357C3-C348-AFBD-BA86-3475EEB7EA65}"/>
                    </a:ext>
                  </a:extLst>
                </p:cNvPr>
                <p:cNvSpPr/>
                <p:nvPr/>
              </p:nvSpPr>
              <p:spPr>
                <a:xfrm>
                  <a:off x="1452047" y="1277196"/>
                  <a:ext cx="7356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148" extrusionOk="0">
                      <a:moveTo>
                        <a:pt x="110" y="1"/>
                      </a:moveTo>
                      <a:lnTo>
                        <a:pt x="37" y="38"/>
                      </a:lnTo>
                      <a:lnTo>
                        <a:pt x="0" y="38"/>
                      </a:lnTo>
                      <a:lnTo>
                        <a:pt x="0" y="111"/>
                      </a:lnTo>
                      <a:lnTo>
                        <a:pt x="0" y="148"/>
                      </a:lnTo>
                      <a:lnTo>
                        <a:pt x="37" y="111"/>
                      </a:lnTo>
                      <a:lnTo>
                        <a:pt x="147" y="111"/>
                      </a:lnTo>
                      <a:lnTo>
                        <a:pt x="184" y="74"/>
                      </a:lnTo>
                      <a:lnTo>
                        <a:pt x="221" y="38"/>
                      </a:lnTo>
                      <a:lnTo>
                        <a:pt x="110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3310;p37">
                  <a:extLst>
                    <a:ext uri="{FF2B5EF4-FFF2-40B4-BE49-F238E27FC236}">
                      <a16:creationId xmlns:a16="http://schemas.microsoft.com/office/drawing/2014/main" id="{DA72B3A4-9529-CA09-F645-F084FCA76120}"/>
                    </a:ext>
                  </a:extLst>
                </p:cNvPr>
                <p:cNvSpPr/>
                <p:nvPr/>
              </p:nvSpPr>
              <p:spPr>
                <a:xfrm>
                  <a:off x="1477676" y="1288213"/>
                  <a:ext cx="7389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" h="111" extrusionOk="0">
                      <a:moveTo>
                        <a:pt x="74" y="0"/>
                      </a:moveTo>
                      <a:lnTo>
                        <a:pt x="1" y="74"/>
                      </a:lnTo>
                      <a:lnTo>
                        <a:pt x="74" y="110"/>
                      </a:lnTo>
                      <a:lnTo>
                        <a:pt x="184" y="74"/>
                      </a:lnTo>
                      <a:lnTo>
                        <a:pt x="221" y="74"/>
                      </a:lnTo>
                      <a:lnTo>
                        <a:pt x="221" y="37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3311;p37">
                  <a:extLst>
                    <a:ext uri="{FF2B5EF4-FFF2-40B4-BE49-F238E27FC236}">
                      <a16:creationId xmlns:a16="http://schemas.microsoft.com/office/drawing/2014/main" id="{20125504-FB5B-3D99-5D2D-2DDE01862A27}"/>
                    </a:ext>
                  </a:extLst>
                </p:cNvPr>
                <p:cNvSpPr/>
                <p:nvPr/>
              </p:nvSpPr>
              <p:spPr>
                <a:xfrm>
                  <a:off x="1408078" y="1222243"/>
                  <a:ext cx="6124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" h="148" extrusionOk="0">
                      <a:moveTo>
                        <a:pt x="74" y="1"/>
                      </a:moveTo>
                      <a:lnTo>
                        <a:pt x="1" y="74"/>
                      </a:lnTo>
                      <a:lnTo>
                        <a:pt x="1" y="111"/>
                      </a:lnTo>
                      <a:lnTo>
                        <a:pt x="37" y="148"/>
                      </a:lnTo>
                      <a:lnTo>
                        <a:pt x="111" y="148"/>
                      </a:lnTo>
                      <a:lnTo>
                        <a:pt x="147" y="111"/>
                      </a:lnTo>
                      <a:lnTo>
                        <a:pt x="184" y="74"/>
                      </a:lnTo>
                      <a:lnTo>
                        <a:pt x="184" y="38"/>
                      </a:lnTo>
                      <a:lnTo>
                        <a:pt x="147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3312;p37">
                  <a:extLst>
                    <a:ext uri="{FF2B5EF4-FFF2-40B4-BE49-F238E27FC236}">
                      <a16:creationId xmlns:a16="http://schemas.microsoft.com/office/drawing/2014/main" id="{020FF8AE-0A62-8025-4965-26EEC2606B2A}"/>
                    </a:ext>
                  </a:extLst>
                </p:cNvPr>
                <p:cNvSpPr/>
                <p:nvPr/>
              </p:nvSpPr>
              <p:spPr>
                <a:xfrm>
                  <a:off x="1564383" y="1235690"/>
                  <a:ext cx="6158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111" extrusionOk="0">
                      <a:moveTo>
                        <a:pt x="74" y="0"/>
                      </a:moveTo>
                      <a:lnTo>
                        <a:pt x="1" y="37"/>
                      </a:lnTo>
                      <a:lnTo>
                        <a:pt x="1" y="74"/>
                      </a:lnTo>
                      <a:lnTo>
                        <a:pt x="38" y="111"/>
                      </a:lnTo>
                      <a:lnTo>
                        <a:pt x="184" y="111"/>
                      </a:lnTo>
                      <a:lnTo>
                        <a:pt x="184" y="37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3313;p37">
                  <a:extLst>
                    <a:ext uri="{FF2B5EF4-FFF2-40B4-BE49-F238E27FC236}">
                      <a16:creationId xmlns:a16="http://schemas.microsoft.com/office/drawing/2014/main" id="{6FBA8F12-F945-D79F-0D8B-535ACD1BA50F}"/>
                    </a:ext>
                  </a:extLst>
                </p:cNvPr>
                <p:cNvSpPr/>
                <p:nvPr/>
              </p:nvSpPr>
              <p:spPr>
                <a:xfrm>
                  <a:off x="1414169" y="1263782"/>
                  <a:ext cx="4926" cy="2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74" extrusionOk="0">
                      <a:moveTo>
                        <a:pt x="1" y="0"/>
                      </a:moveTo>
                      <a:lnTo>
                        <a:pt x="74" y="74"/>
                      </a:lnTo>
                      <a:lnTo>
                        <a:pt x="148" y="74"/>
                      </a:lnTo>
                      <a:lnTo>
                        <a:pt x="111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3314;p37">
                  <a:extLst>
                    <a:ext uri="{FF2B5EF4-FFF2-40B4-BE49-F238E27FC236}">
                      <a16:creationId xmlns:a16="http://schemas.microsoft.com/office/drawing/2014/main" id="{2C016D3F-539D-B251-ED33-8471F1CCDACC}"/>
                    </a:ext>
                  </a:extLst>
                </p:cNvPr>
                <p:cNvSpPr/>
                <p:nvPr/>
              </p:nvSpPr>
              <p:spPr>
                <a:xfrm>
                  <a:off x="1570508" y="1262551"/>
                  <a:ext cx="3695" cy="2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75" extrusionOk="0">
                      <a:moveTo>
                        <a:pt x="74" y="1"/>
                      </a:moveTo>
                      <a:lnTo>
                        <a:pt x="0" y="37"/>
                      </a:lnTo>
                      <a:lnTo>
                        <a:pt x="37" y="74"/>
                      </a:lnTo>
                      <a:lnTo>
                        <a:pt x="74" y="37"/>
                      </a:lnTo>
                      <a:lnTo>
                        <a:pt x="111" y="37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3315;p37">
                  <a:extLst>
                    <a:ext uri="{FF2B5EF4-FFF2-40B4-BE49-F238E27FC236}">
                      <a16:creationId xmlns:a16="http://schemas.microsoft.com/office/drawing/2014/main" id="{E80A7B6C-9180-7B46-DF2C-8DC57B7A842D}"/>
                    </a:ext>
                  </a:extLst>
                </p:cNvPr>
                <p:cNvSpPr/>
                <p:nvPr/>
              </p:nvSpPr>
              <p:spPr>
                <a:xfrm>
                  <a:off x="1576599" y="1261319"/>
                  <a:ext cx="1265" cy="1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38" extrusionOk="0">
                      <a:moveTo>
                        <a:pt x="1" y="1"/>
                      </a:moveTo>
                      <a:lnTo>
                        <a:pt x="1" y="38"/>
                      </a:lnTo>
                      <a:lnTo>
                        <a:pt x="38" y="38"/>
                      </a:lnTo>
                      <a:lnTo>
                        <a:pt x="38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3316;p37">
                  <a:extLst>
                    <a:ext uri="{FF2B5EF4-FFF2-40B4-BE49-F238E27FC236}">
                      <a16:creationId xmlns:a16="http://schemas.microsoft.com/office/drawing/2014/main" id="{F2228DFA-2E13-4492-546C-D0C0EFFD43D0}"/>
                    </a:ext>
                  </a:extLst>
                </p:cNvPr>
                <p:cNvSpPr/>
                <p:nvPr/>
              </p:nvSpPr>
              <p:spPr>
                <a:xfrm>
                  <a:off x="1505769" y="1206366"/>
                  <a:ext cx="2496" cy="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74" y="1"/>
                      </a:lnTo>
                      <a:lnTo>
                        <a:pt x="74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6" name="Google Shape;23317;p37">
              <a:extLst>
                <a:ext uri="{FF2B5EF4-FFF2-40B4-BE49-F238E27FC236}">
                  <a16:creationId xmlns:a16="http://schemas.microsoft.com/office/drawing/2014/main" id="{58B30029-6DBC-85F8-F0A2-AE033D3FD185}"/>
                </a:ext>
              </a:extLst>
            </p:cNvPr>
            <p:cNvGrpSpPr/>
            <p:nvPr/>
          </p:nvGrpSpPr>
          <p:grpSpPr>
            <a:xfrm rot="-2864369">
              <a:off x="6401676" y="1875169"/>
              <a:ext cx="290010" cy="294191"/>
              <a:chOff x="4327003" y="574299"/>
              <a:chExt cx="353833" cy="358933"/>
            </a:xfrm>
          </p:grpSpPr>
          <p:sp>
            <p:nvSpPr>
              <p:cNvPr id="267" name="Google Shape;23318;p37">
                <a:extLst>
                  <a:ext uri="{FF2B5EF4-FFF2-40B4-BE49-F238E27FC236}">
                    <a16:creationId xmlns:a16="http://schemas.microsoft.com/office/drawing/2014/main" id="{4820460E-E8EC-788D-F6CE-8DA27293C422}"/>
                  </a:ext>
                </a:extLst>
              </p:cNvPr>
              <p:cNvSpPr/>
              <p:nvPr/>
            </p:nvSpPr>
            <p:spPr>
              <a:xfrm>
                <a:off x="4327003" y="574334"/>
                <a:ext cx="353828" cy="358858"/>
              </a:xfrm>
              <a:custGeom>
                <a:avLst/>
                <a:gdLst/>
                <a:ahLst/>
                <a:cxnLst/>
                <a:rect l="l" t="t" r="r" b="b"/>
                <a:pathLst>
                  <a:path w="5065" h="5137" extrusionOk="0">
                    <a:moveTo>
                      <a:pt x="1542" y="0"/>
                    </a:moveTo>
                    <a:lnTo>
                      <a:pt x="1432" y="37"/>
                    </a:lnTo>
                    <a:lnTo>
                      <a:pt x="1212" y="147"/>
                    </a:lnTo>
                    <a:lnTo>
                      <a:pt x="1028" y="330"/>
                    </a:lnTo>
                    <a:lnTo>
                      <a:pt x="845" y="551"/>
                    </a:lnTo>
                    <a:lnTo>
                      <a:pt x="735" y="771"/>
                    </a:lnTo>
                    <a:lnTo>
                      <a:pt x="624" y="991"/>
                    </a:lnTo>
                    <a:lnTo>
                      <a:pt x="588" y="1248"/>
                    </a:lnTo>
                    <a:lnTo>
                      <a:pt x="551" y="1468"/>
                    </a:lnTo>
                    <a:lnTo>
                      <a:pt x="514" y="1541"/>
                    </a:lnTo>
                    <a:lnTo>
                      <a:pt x="294" y="1835"/>
                    </a:lnTo>
                    <a:lnTo>
                      <a:pt x="111" y="2165"/>
                    </a:lnTo>
                    <a:lnTo>
                      <a:pt x="1" y="2569"/>
                    </a:lnTo>
                    <a:lnTo>
                      <a:pt x="1" y="2679"/>
                    </a:lnTo>
                    <a:lnTo>
                      <a:pt x="1" y="2752"/>
                    </a:lnTo>
                    <a:lnTo>
                      <a:pt x="1" y="3082"/>
                    </a:lnTo>
                    <a:lnTo>
                      <a:pt x="37" y="3413"/>
                    </a:lnTo>
                    <a:lnTo>
                      <a:pt x="74" y="3633"/>
                    </a:lnTo>
                    <a:lnTo>
                      <a:pt x="184" y="3816"/>
                    </a:lnTo>
                    <a:lnTo>
                      <a:pt x="404" y="4220"/>
                    </a:lnTo>
                    <a:lnTo>
                      <a:pt x="624" y="4477"/>
                    </a:lnTo>
                    <a:lnTo>
                      <a:pt x="881" y="4697"/>
                    </a:lnTo>
                    <a:lnTo>
                      <a:pt x="1101" y="4880"/>
                    </a:lnTo>
                    <a:lnTo>
                      <a:pt x="1468" y="5064"/>
                    </a:lnTo>
                    <a:lnTo>
                      <a:pt x="1542" y="5100"/>
                    </a:lnTo>
                    <a:lnTo>
                      <a:pt x="1652" y="5137"/>
                    </a:lnTo>
                    <a:lnTo>
                      <a:pt x="2129" y="5137"/>
                    </a:lnTo>
                    <a:lnTo>
                      <a:pt x="2569" y="5100"/>
                    </a:lnTo>
                    <a:lnTo>
                      <a:pt x="2936" y="4990"/>
                    </a:lnTo>
                    <a:lnTo>
                      <a:pt x="3230" y="4880"/>
                    </a:lnTo>
                    <a:lnTo>
                      <a:pt x="3523" y="4697"/>
                    </a:lnTo>
                    <a:lnTo>
                      <a:pt x="3743" y="4513"/>
                    </a:lnTo>
                    <a:lnTo>
                      <a:pt x="3963" y="4256"/>
                    </a:lnTo>
                    <a:lnTo>
                      <a:pt x="4073" y="4073"/>
                    </a:lnTo>
                    <a:lnTo>
                      <a:pt x="4183" y="3853"/>
                    </a:lnTo>
                    <a:lnTo>
                      <a:pt x="4294" y="3449"/>
                    </a:lnTo>
                    <a:lnTo>
                      <a:pt x="4330" y="3302"/>
                    </a:lnTo>
                    <a:lnTo>
                      <a:pt x="4330" y="3156"/>
                    </a:lnTo>
                    <a:lnTo>
                      <a:pt x="4367" y="3009"/>
                    </a:lnTo>
                    <a:lnTo>
                      <a:pt x="4477" y="2936"/>
                    </a:lnTo>
                    <a:lnTo>
                      <a:pt x="4660" y="2642"/>
                    </a:lnTo>
                    <a:lnTo>
                      <a:pt x="4844" y="2348"/>
                    </a:lnTo>
                    <a:lnTo>
                      <a:pt x="4917" y="2202"/>
                    </a:lnTo>
                    <a:lnTo>
                      <a:pt x="4954" y="2018"/>
                    </a:lnTo>
                    <a:lnTo>
                      <a:pt x="5027" y="1871"/>
                    </a:lnTo>
                    <a:lnTo>
                      <a:pt x="5064" y="1651"/>
                    </a:lnTo>
                    <a:lnTo>
                      <a:pt x="5027" y="1431"/>
                    </a:lnTo>
                    <a:lnTo>
                      <a:pt x="4991" y="1284"/>
                    </a:lnTo>
                    <a:lnTo>
                      <a:pt x="4954" y="1174"/>
                    </a:lnTo>
                    <a:lnTo>
                      <a:pt x="4881" y="1101"/>
                    </a:lnTo>
                    <a:lnTo>
                      <a:pt x="4771" y="1064"/>
                    </a:lnTo>
                    <a:lnTo>
                      <a:pt x="4624" y="1064"/>
                    </a:lnTo>
                    <a:lnTo>
                      <a:pt x="4514" y="1101"/>
                    </a:lnTo>
                    <a:lnTo>
                      <a:pt x="4404" y="1211"/>
                    </a:lnTo>
                    <a:lnTo>
                      <a:pt x="4404" y="1138"/>
                    </a:lnTo>
                    <a:lnTo>
                      <a:pt x="4404" y="1101"/>
                    </a:lnTo>
                    <a:lnTo>
                      <a:pt x="4404" y="1028"/>
                    </a:lnTo>
                    <a:lnTo>
                      <a:pt x="4330" y="918"/>
                    </a:lnTo>
                    <a:lnTo>
                      <a:pt x="4257" y="807"/>
                    </a:lnTo>
                    <a:lnTo>
                      <a:pt x="4183" y="771"/>
                    </a:lnTo>
                    <a:lnTo>
                      <a:pt x="4037" y="734"/>
                    </a:lnTo>
                    <a:lnTo>
                      <a:pt x="3927" y="734"/>
                    </a:lnTo>
                    <a:lnTo>
                      <a:pt x="3853" y="771"/>
                    </a:lnTo>
                    <a:lnTo>
                      <a:pt x="3817" y="734"/>
                    </a:lnTo>
                    <a:lnTo>
                      <a:pt x="3780" y="697"/>
                    </a:lnTo>
                    <a:lnTo>
                      <a:pt x="3780" y="661"/>
                    </a:lnTo>
                    <a:lnTo>
                      <a:pt x="3743" y="624"/>
                    </a:lnTo>
                    <a:lnTo>
                      <a:pt x="3670" y="514"/>
                    </a:lnTo>
                    <a:lnTo>
                      <a:pt x="3376" y="514"/>
                    </a:lnTo>
                    <a:lnTo>
                      <a:pt x="3376" y="551"/>
                    </a:lnTo>
                    <a:lnTo>
                      <a:pt x="3340" y="514"/>
                    </a:lnTo>
                    <a:lnTo>
                      <a:pt x="3303" y="404"/>
                    </a:lnTo>
                    <a:lnTo>
                      <a:pt x="3266" y="294"/>
                    </a:lnTo>
                    <a:lnTo>
                      <a:pt x="3156" y="220"/>
                    </a:lnTo>
                    <a:lnTo>
                      <a:pt x="3046" y="147"/>
                    </a:lnTo>
                    <a:lnTo>
                      <a:pt x="2973" y="147"/>
                    </a:lnTo>
                    <a:lnTo>
                      <a:pt x="2863" y="184"/>
                    </a:lnTo>
                    <a:lnTo>
                      <a:pt x="2789" y="220"/>
                    </a:lnTo>
                    <a:lnTo>
                      <a:pt x="2753" y="257"/>
                    </a:lnTo>
                    <a:lnTo>
                      <a:pt x="2716" y="257"/>
                    </a:lnTo>
                    <a:lnTo>
                      <a:pt x="2679" y="220"/>
                    </a:lnTo>
                    <a:lnTo>
                      <a:pt x="2606" y="110"/>
                    </a:lnTo>
                    <a:lnTo>
                      <a:pt x="2569" y="74"/>
                    </a:lnTo>
                    <a:lnTo>
                      <a:pt x="2459" y="37"/>
                    </a:lnTo>
                    <a:lnTo>
                      <a:pt x="2386" y="0"/>
                    </a:lnTo>
                    <a:lnTo>
                      <a:pt x="2312" y="0"/>
                    </a:lnTo>
                    <a:lnTo>
                      <a:pt x="2165" y="37"/>
                    </a:lnTo>
                    <a:lnTo>
                      <a:pt x="2019" y="147"/>
                    </a:lnTo>
                    <a:lnTo>
                      <a:pt x="1909" y="37"/>
                    </a:lnTo>
                    <a:lnTo>
                      <a:pt x="1762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8" name="Google Shape;23319;p37">
                <a:extLst>
                  <a:ext uri="{FF2B5EF4-FFF2-40B4-BE49-F238E27FC236}">
                    <a16:creationId xmlns:a16="http://schemas.microsoft.com/office/drawing/2014/main" id="{D9B0FCD2-7B47-2970-EFAE-650254CB3CFC}"/>
                  </a:ext>
                </a:extLst>
              </p:cNvPr>
              <p:cNvGrpSpPr/>
              <p:nvPr/>
            </p:nvGrpSpPr>
            <p:grpSpPr>
              <a:xfrm>
                <a:off x="4327003" y="574299"/>
                <a:ext cx="353833" cy="358933"/>
                <a:chOff x="2548771" y="323386"/>
                <a:chExt cx="168588" cy="171018"/>
              </a:xfrm>
            </p:grpSpPr>
            <p:sp>
              <p:nvSpPr>
                <p:cNvPr id="269" name="Google Shape;23320;p37">
                  <a:extLst>
                    <a:ext uri="{FF2B5EF4-FFF2-40B4-BE49-F238E27FC236}">
                      <a16:creationId xmlns:a16="http://schemas.microsoft.com/office/drawing/2014/main" id="{4FC28CD7-E4CD-3503-AD42-F45AEA080CD6}"/>
                    </a:ext>
                  </a:extLst>
                </p:cNvPr>
                <p:cNvSpPr/>
                <p:nvPr/>
              </p:nvSpPr>
              <p:spPr>
                <a:xfrm>
                  <a:off x="2644032" y="358801"/>
                  <a:ext cx="73327" cy="69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" h="2093" extrusionOk="0">
                      <a:moveTo>
                        <a:pt x="478" y="1"/>
                      </a:moveTo>
                      <a:lnTo>
                        <a:pt x="331" y="37"/>
                      </a:lnTo>
                      <a:lnTo>
                        <a:pt x="221" y="111"/>
                      </a:lnTo>
                      <a:lnTo>
                        <a:pt x="111" y="221"/>
                      </a:lnTo>
                      <a:lnTo>
                        <a:pt x="37" y="331"/>
                      </a:lnTo>
                      <a:lnTo>
                        <a:pt x="1" y="478"/>
                      </a:lnTo>
                      <a:lnTo>
                        <a:pt x="1" y="478"/>
                      </a:lnTo>
                      <a:lnTo>
                        <a:pt x="147" y="441"/>
                      </a:lnTo>
                      <a:lnTo>
                        <a:pt x="257" y="441"/>
                      </a:lnTo>
                      <a:lnTo>
                        <a:pt x="331" y="478"/>
                      </a:lnTo>
                      <a:lnTo>
                        <a:pt x="404" y="551"/>
                      </a:lnTo>
                      <a:lnTo>
                        <a:pt x="441" y="624"/>
                      </a:lnTo>
                      <a:lnTo>
                        <a:pt x="441" y="698"/>
                      </a:lnTo>
                      <a:lnTo>
                        <a:pt x="441" y="845"/>
                      </a:lnTo>
                      <a:lnTo>
                        <a:pt x="404" y="991"/>
                      </a:lnTo>
                      <a:lnTo>
                        <a:pt x="331" y="1138"/>
                      </a:lnTo>
                      <a:lnTo>
                        <a:pt x="368" y="1175"/>
                      </a:lnTo>
                      <a:lnTo>
                        <a:pt x="441" y="1175"/>
                      </a:lnTo>
                      <a:lnTo>
                        <a:pt x="624" y="1101"/>
                      </a:lnTo>
                      <a:lnTo>
                        <a:pt x="734" y="1065"/>
                      </a:lnTo>
                      <a:lnTo>
                        <a:pt x="881" y="1065"/>
                      </a:lnTo>
                      <a:lnTo>
                        <a:pt x="1028" y="1138"/>
                      </a:lnTo>
                      <a:lnTo>
                        <a:pt x="1175" y="1212"/>
                      </a:lnTo>
                      <a:lnTo>
                        <a:pt x="1248" y="1322"/>
                      </a:lnTo>
                      <a:lnTo>
                        <a:pt x="1321" y="1505"/>
                      </a:lnTo>
                      <a:lnTo>
                        <a:pt x="1395" y="1762"/>
                      </a:lnTo>
                      <a:lnTo>
                        <a:pt x="1432" y="2019"/>
                      </a:lnTo>
                      <a:lnTo>
                        <a:pt x="1432" y="2055"/>
                      </a:lnTo>
                      <a:lnTo>
                        <a:pt x="1468" y="2092"/>
                      </a:lnTo>
                      <a:lnTo>
                        <a:pt x="1505" y="1945"/>
                      </a:lnTo>
                      <a:lnTo>
                        <a:pt x="1615" y="1872"/>
                      </a:lnTo>
                      <a:lnTo>
                        <a:pt x="1798" y="1578"/>
                      </a:lnTo>
                      <a:lnTo>
                        <a:pt x="1982" y="1285"/>
                      </a:lnTo>
                      <a:lnTo>
                        <a:pt x="2055" y="1138"/>
                      </a:lnTo>
                      <a:lnTo>
                        <a:pt x="2092" y="955"/>
                      </a:lnTo>
                      <a:lnTo>
                        <a:pt x="2165" y="808"/>
                      </a:lnTo>
                      <a:lnTo>
                        <a:pt x="2202" y="588"/>
                      </a:lnTo>
                      <a:lnTo>
                        <a:pt x="2165" y="368"/>
                      </a:lnTo>
                      <a:lnTo>
                        <a:pt x="2129" y="221"/>
                      </a:lnTo>
                      <a:lnTo>
                        <a:pt x="2092" y="111"/>
                      </a:lnTo>
                      <a:lnTo>
                        <a:pt x="2019" y="37"/>
                      </a:lnTo>
                      <a:lnTo>
                        <a:pt x="1909" y="1"/>
                      </a:lnTo>
                      <a:lnTo>
                        <a:pt x="1762" y="1"/>
                      </a:lnTo>
                      <a:lnTo>
                        <a:pt x="1652" y="37"/>
                      </a:lnTo>
                      <a:lnTo>
                        <a:pt x="1542" y="147"/>
                      </a:lnTo>
                      <a:lnTo>
                        <a:pt x="1505" y="221"/>
                      </a:lnTo>
                      <a:lnTo>
                        <a:pt x="1505" y="184"/>
                      </a:lnTo>
                      <a:lnTo>
                        <a:pt x="1432" y="111"/>
                      </a:lnTo>
                      <a:lnTo>
                        <a:pt x="1358" y="37"/>
                      </a:lnTo>
                      <a:lnTo>
                        <a:pt x="1285" y="1"/>
                      </a:lnTo>
                      <a:lnTo>
                        <a:pt x="1101" y="1"/>
                      </a:lnTo>
                      <a:lnTo>
                        <a:pt x="1065" y="37"/>
                      </a:lnTo>
                      <a:lnTo>
                        <a:pt x="955" y="147"/>
                      </a:lnTo>
                      <a:lnTo>
                        <a:pt x="918" y="221"/>
                      </a:lnTo>
                      <a:lnTo>
                        <a:pt x="844" y="221"/>
                      </a:lnTo>
                      <a:lnTo>
                        <a:pt x="844" y="184"/>
                      </a:lnTo>
                      <a:lnTo>
                        <a:pt x="734" y="74"/>
                      </a:lnTo>
                      <a:lnTo>
                        <a:pt x="62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3321;p37">
                  <a:extLst>
                    <a:ext uri="{FF2B5EF4-FFF2-40B4-BE49-F238E27FC236}">
                      <a16:creationId xmlns:a16="http://schemas.microsoft.com/office/drawing/2014/main" id="{ACD55031-23C2-2EDC-F693-A1E0837A8AE5}"/>
                    </a:ext>
                  </a:extLst>
                </p:cNvPr>
                <p:cNvSpPr/>
                <p:nvPr/>
              </p:nvSpPr>
              <p:spPr>
                <a:xfrm>
                  <a:off x="2615940" y="323386"/>
                  <a:ext cx="79418" cy="5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6" h="1542" extrusionOk="0">
                      <a:moveTo>
                        <a:pt x="258" y="1"/>
                      </a:moveTo>
                      <a:lnTo>
                        <a:pt x="147" y="37"/>
                      </a:lnTo>
                      <a:lnTo>
                        <a:pt x="1" y="147"/>
                      </a:lnTo>
                      <a:lnTo>
                        <a:pt x="37" y="184"/>
                      </a:lnTo>
                      <a:lnTo>
                        <a:pt x="111" y="294"/>
                      </a:lnTo>
                      <a:lnTo>
                        <a:pt x="147" y="441"/>
                      </a:lnTo>
                      <a:lnTo>
                        <a:pt x="147" y="698"/>
                      </a:lnTo>
                      <a:lnTo>
                        <a:pt x="147" y="808"/>
                      </a:lnTo>
                      <a:lnTo>
                        <a:pt x="147" y="845"/>
                      </a:lnTo>
                      <a:lnTo>
                        <a:pt x="184" y="845"/>
                      </a:lnTo>
                      <a:lnTo>
                        <a:pt x="294" y="808"/>
                      </a:lnTo>
                      <a:lnTo>
                        <a:pt x="404" y="734"/>
                      </a:lnTo>
                      <a:lnTo>
                        <a:pt x="551" y="698"/>
                      </a:lnTo>
                      <a:lnTo>
                        <a:pt x="624" y="698"/>
                      </a:lnTo>
                      <a:lnTo>
                        <a:pt x="698" y="734"/>
                      </a:lnTo>
                      <a:lnTo>
                        <a:pt x="771" y="808"/>
                      </a:lnTo>
                      <a:lnTo>
                        <a:pt x="808" y="881"/>
                      </a:lnTo>
                      <a:lnTo>
                        <a:pt x="845" y="1101"/>
                      </a:lnTo>
                      <a:lnTo>
                        <a:pt x="808" y="1395"/>
                      </a:lnTo>
                      <a:lnTo>
                        <a:pt x="808" y="1542"/>
                      </a:lnTo>
                      <a:lnTo>
                        <a:pt x="845" y="1542"/>
                      </a:lnTo>
                      <a:lnTo>
                        <a:pt x="881" y="1395"/>
                      </a:lnTo>
                      <a:lnTo>
                        <a:pt x="955" y="1285"/>
                      </a:lnTo>
                      <a:lnTo>
                        <a:pt x="1065" y="1175"/>
                      </a:lnTo>
                      <a:lnTo>
                        <a:pt x="1175" y="1101"/>
                      </a:lnTo>
                      <a:lnTo>
                        <a:pt x="1322" y="1065"/>
                      </a:lnTo>
                      <a:lnTo>
                        <a:pt x="1468" y="1065"/>
                      </a:lnTo>
                      <a:lnTo>
                        <a:pt x="1578" y="1138"/>
                      </a:lnTo>
                      <a:lnTo>
                        <a:pt x="1688" y="1248"/>
                      </a:lnTo>
                      <a:lnTo>
                        <a:pt x="1688" y="1285"/>
                      </a:lnTo>
                      <a:lnTo>
                        <a:pt x="1762" y="1285"/>
                      </a:lnTo>
                      <a:lnTo>
                        <a:pt x="1799" y="1211"/>
                      </a:lnTo>
                      <a:lnTo>
                        <a:pt x="1909" y="1101"/>
                      </a:lnTo>
                      <a:lnTo>
                        <a:pt x="1945" y="1065"/>
                      </a:lnTo>
                      <a:lnTo>
                        <a:pt x="2129" y="1065"/>
                      </a:lnTo>
                      <a:lnTo>
                        <a:pt x="2202" y="1101"/>
                      </a:lnTo>
                      <a:lnTo>
                        <a:pt x="2276" y="1175"/>
                      </a:lnTo>
                      <a:lnTo>
                        <a:pt x="2349" y="1248"/>
                      </a:lnTo>
                      <a:lnTo>
                        <a:pt x="2349" y="1285"/>
                      </a:lnTo>
                      <a:lnTo>
                        <a:pt x="2386" y="1211"/>
                      </a:lnTo>
                      <a:lnTo>
                        <a:pt x="2386" y="1138"/>
                      </a:lnTo>
                      <a:lnTo>
                        <a:pt x="2386" y="1101"/>
                      </a:lnTo>
                      <a:lnTo>
                        <a:pt x="2386" y="1028"/>
                      </a:lnTo>
                      <a:lnTo>
                        <a:pt x="2312" y="918"/>
                      </a:lnTo>
                      <a:lnTo>
                        <a:pt x="2239" y="808"/>
                      </a:lnTo>
                      <a:lnTo>
                        <a:pt x="2165" y="771"/>
                      </a:lnTo>
                      <a:lnTo>
                        <a:pt x="2019" y="734"/>
                      </a:lnTo>
                      <a:lnTo>
                        <a:pt x="1799" y="734"/>
                      </a:lnTo>
                      <a:lnTo>
                        <a:pt x="1762" y="698"/>
                      </a:lnTo>
                      <a:lnTo>
                        <a:pt x="1762" y="661"/>
                      </a:lnTo>
                      <a:lnTo>
                        <a:pt x="1725" y="624"/>
                      </a:lnTo>
                      <a:lnTo>
                        <a:pt x="1652" y="514"/>
                      </a:lnTo>
                      <a:lnTo>
                        <a:pt x="1358" y="514"/>
                      </a:lnTo>
                      <a:lnTo>
                        <a:pt x="1322" y="551"/>
                      </a:lnTo>
                      <a:lnTo>
                        <a:pt x="1322" y="514"/>
                      </a:lnTo>
                      <a:lnTo>
                        <a:pt x="1285" y="404"/>
                      </a:lnTo>
                      <a:lnTo>
                        <a:pt x="1248" y="294"/>
                      </a:lnTo>
                      <a:lnTo>
                        <a:pt x="1138" y="221"/>
                      </a:lnTo>
                      <a:lnTo>
                        <a:pt x="1028" y="147"/>
                      </a:lnTo>
                      <a:lnTo>
                        <a:pt x="881" y="147"/>
                      </a:lnTo>
                      <a:lnTo>
                        <a:pt x="771" y="221"/>
                      </a:lnTo>
                      <a:lnTo>
                        <a:pt x="735" y="258"/>
                      </a:lnTo>
                      <a:lnTo>
                        <a:pt x="698" y="258"/>
                      </a:lnTo>
                      <a:lnTo>
                        <a:pt x="661" y="221"/>
                      </a:lnTo>
                      <a:lnTo>
                        <a:pt x="588" y="111"/>
                      </a:lnTo>
                      <a:lnTo>
                        <a:pt x="551" y="74"/>
                      </a:lnTo>
                      <a:lnTo>
                        <a:pt x="441" y="37"/>
                      </a:lnTo>
                      <a:lnTo>
                        <a:pt x="36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3322;p37">
                  <a:extLst>
                    <a:ext uri="{FF2B5EF4-FFF2-40B4-BE49-F238E27FC236}">
                      <a16:creationId xmlns:a16="http://schemas.microsoft.com/office/drawing/2014/main" id="{D9C1E02B-76BE-CE9E-CB5D-787AE8E9B8E7}"/>
                    </a:ext>
                  </a:extLst>
                </p:cNvPr>
                <p:cNvSpPr/>
                <p:nvPr/>
              </p:nvSpPr>
              <p:spPr>
                <a:xfrm>
                  <a:off x="2548771" y="323386"/>
                  <a:ext cx="144157" cy="171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1" h="5138" extrusionOk="0">
                      <a:moveTo>
                        <a:pt x="1615" y="1"/>
                      </a:moveTo>
                      <a:lnTo>
                        <a:pt x="1432" y="37"/>
                      </a:lnTo>
                      <a:lnTo>
                        <a:pt x="1212" y="147"/>
                      </a:lnTo>
                      <a:lnTo>
                        <a:pt x="1028" y="331"/>
                      </a:lnTo>
                      <a:lnTo>
                        <a:pt x="845" y="551"/>
                      </a:lnTo>
                      <a:lnTo>
                        <a:pt x="735" y="771"/>
                      </a:lnTo>
                      <a:lnTo>
                        <a:pt x="624" y="991"/>
                      </a:lnTo>
                      <a:lnTo>
                        <a:pt x="588" y="1248"/>
                      </a:lnTo>
                      <a:lnTo>
                        <a:pt x="551" y="1468"/>
                      </a:lnTo>
                      <a:lnTo>
                        <a:pt x="514" y="1542"/>
                      </a:lnTo>
                      <a:lnTo>
                        <a:pt x="294" y="1835"/>
                      </a:lnTo>
                      <a:lnTo>
                        <a:pt x="111" y="2165"/>
                      </a:lnTo>
                      <a:lnTo>
                        <a:pt x="1" y="2569"/>
                      </a:lnTo>
                      <a:lnTo>
                        <a:pt x="1" y="2679"/>
                      </a:lnTo>
                      <a:lnTo>
                        <a:pt x="1" y="2752"/>
                      </a:lnTo>
                      <a:lnTo>
                        <a:pt x="1" y="3083"/>
                      </a:lnTo>
                      <a:lnTo>
                        <a:pt x="37" y="3413"/>
                      </a:lnTo>
                      <a:lnTo>
                        <a:pt x="74" y="3633"/>
                      </a:lnTo>
                      <a:lnTo>
                        <a:pt x="184" y="3817"/>
                      </a:lnTo>
                      <a:lnTo>
                        <a:pt x="404" y="4220"/>
                      </a:lnTo>
                      <a:lnTo>
                        <a:pt x="624" y="4477"/>
                      </a:lnTo>
                      <a:lnTo>
                        <a:pt x="881" y="4697"/>
                      </a:lnTo>
                      <a:lnTo>
                        <a:pt x="1101" y="4881"/>
                      </a:lnTo>
                      <a:lnTo>
                        <a:pt x="1468" y="5064"/>
                      </a:lnTo>
                      <a:lnTo>
                        <a:pt x="1542" y="5101"/>
                      </a:lnTo>
                      <a:lnTo>
                        <a:pt x="1652" y="5137"/>
                      </a:lnTo>
                      <a:lnTo>
                        <a:pt x="2239" y="5137"/>
                      </a:lnTo>
                      <a:lnTo>
                        <a:pt x="2569" y="5101"/>
                      </a:lnTo>
                      <a:lnTo>
                        <a:pt x="2936" y="4991"/>
                      </a:lnTo>
                      <a:lnTo>
                        <a:pt x="3230" y="4881"/>
                      </a:lnTo>
                      <a:lnTo>
                        <a:pt x="3523" y="4697"/>
                      </a:lnTo>
                      <a:lnTo>
                        <a:pt x="3743" y="4514"/>
                      </a:lnTo>
                      <a:lnTo>
                        <a:pt x="3963" y="4257"/>
                      </a:lnTo>
                      <a:lnTo>
                        <a:pt x="4073" y="4073"/>
                      </a:lnTo>
                      <a:lnTo>
                        <a:pt x="4183" y="3853"/>
                      </a:lnTo>
                      <a:lnTo>
                        <a:pt x="4294" y="3450"/>
                      </a:lnTo>
                      <a:lnTo>
                        <a:pt x="4330" y="3303"/>
                      </a:lnTo>
                      <a:lnTo>
                        <a:pt x="4330" y="3156"/>
                      </a:lnTo>
                      <a:lnTo>
                        <a:pt x="4294" y="3119"/>
                      </a:lnTo>
                      <a:lnTo>
                        <a:pt x="4294" y="3083"/>
                      </a:lnTo>
                      <a:lnTo>
                        <a:pt x="4257" y="2826"/>
                      </a:lnTo>
                      <a:lnTo>
                        <a:pt x="4183" y="2569"/>
                      </a:lnTo>
                      <a:lnTo>
                        <a:pt x="4110" y="2386"/>
                      </a:lnTo>
                      <a:lnTo>
                        <a:pt x="4037" y="2276"/>
                      </a:lnTo>
                      <a:lnTo>
                        <a:pt x="3890" y="2202"/>
                      </a:lnTo>
                      <a:lnTo>
                        <a:pt x="3743" y="2129"/>
                      </a:lnTo>
                      <a:lnTo>
                        <a:pt x="3596" y="2129"/>
                      </a:lnTo>
                      <a:lnTo>
                        <a:pt x="3486" y="2165"/>
                      </a:lnTo>
                      <a:lnTo>
                        <a:pt x="3303" y="2239"/>
                      </a:lnTo>
                      <a:lnTo>
                        <a:pt x="3230" y="2239"/>
                      </a:lnTo>
                      <a:lnTo>
                        <a:pt x="3193" y="2202"/>
                      </a:lnTo>
                      <a:lnTo>
                        <a:pt x="3266" y="2055"/>
                      </a:lnTo>
                      <a:lnTo>
                        <a:pt x="3303" y="1909"/>
                      </a:lnTo>
                      <a:lnTo>
                        <a:pt x="3303" y="1762"/>
                      </a:lnTo>
                      <a:lnTo>
                        <a:pt x="3303" y="1688"/>
                      </a:lnTo>
                      <a:lnTo>
                        <a:pt x="3266" y="1615"/>
                      </a:lnTo>
                      <a:lnTo>
                        <a:pt x="3193" y="1542"/>
                      </a:lnTo>
                      <a:lnTo>
                        <a:pt x="3119" y="1505"/>
                      </a:lnTo>
                      <a:lnTo>
                        <a:pt x="3009" y="1505"/>
                      </a:lnTo>
                      <a:lnTo>
                        <a:pt x="2863" y="1542"/>
                      </a:lnTo>
                      <a:lnTo>
                        <a:pt x="2826" y="1542"/>
                      </a:lnTo>
                      <a:lnTo>
                        <a:pt x="2826" y="1395"/>
                      </a:lnTo>
                      <a:lnTo>
                        <a:pt x="2863" y="1101"/>
                      </a:lnTo>
                      <a:lnTo>
                        <a:pt x="2826" y="881"/>
                      </a:lnTo>
                      <a:lnTo>
                        <a:pt x="2789" y="808"/>
                      </a:lnTo>
                      <a:lnTo>
                        <a:pt x="2716" y="734"/>
                      </a:lnTo>
                      <a:lnTo>
                        <a:pt x="2642" y="698"/>
                      </a:lnTo>
                      <a:lnTo>
                        <a:pt x="2569" y="698"/>
                      </a:lnTo>
                      <a:lnTo>
                        <a:pt x="2422" y="734"/>
                      </a:lnTo>
                      <a:lnTo>
                        <a:pt x="2312" y="808"/>
                      </a:lnTo>
                      <a:lnTo>
                        <a:pt x="2202" y="845"/>
                      </a:lnTo>
                      <a:lnTo>
                        <a:pt x="2165" y="845"/>
                      </a:lnTo>
                      <a:lnTo>
                        <a:pt x="2165" y="808"/>
                      </a:lnTo>
                      <a:lnTo>
                        <a:pt x="2165" y="698"/>
                      </a:lnTo>
                      <a:lnTo>
                        <a:pt x="2165" y="441"/>
                      </a:lnTo>
                      <a:lnTo>
                        <a:pt x="2129" y="294"/>
                      </a:lnTo>
                      <a:lnTo>
                        <a:pt x="2055" y="184"/>
                      </a:lnTo>
                      <a:lnTo>
                        <a:pt x="2019" y="147"/>
                      </a:lnTo>
                      <a:lnTo>
                        <a:pt x="1909" y="37"/>
                      </a:lnTo>
                      <a:lnTo>
                        <a:pt x="176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3323;p37">
                  <a:extLst>
                    <a:ext uri="{FF2B5EF4-FFF2-40B4-BE49-F238E27FC236}">
                      <a16:creationId xmlns:a16="http://schemas.microsoft.com/office/drawing/2014/main" id="{A0EBC22D-F396-3570-CFCC-46BBB3DDC4B0}"/>
                    </a:ext>
                  </a:extLst>
                </p:cNvPr>
                <p:cNvSpPr/>
                <p:nvPr/>
              </p:nvSpPr>
              <p:spPr>
                <a:xfrm>
                  <a:off x="2559755" y="443079"/>
                  <a:ext cx="85542" cy="5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0" h="1542" extrusionOk="0">
                      <a:moveTo>
                        <a:pt x="38" y="0"/>
                      </a:moveTo>
                      <a:lnTo>
                        <a:pt x="1" y="37"/>
                      </a:lnTo>
                      <a:lnTo>
                        <a:pt x="1" y="110"/>
                      </a:lnTo>
                      <a:lnTo>
                        <a:pt x="38" y="294"/>
                      </a:lnTo>
                      <a:lnTo>
                        <a:pt x="111" y="477"/>
                      </a:lnTo>
                      <a:lnTo>
                        <a:pt x="294" y="771"/>
                      </a:lnTo>
                      <a:lnTo>
                        <a:pt x="478" y="1028"/>
                      </a:lnTo>
                      <a:lnTo>
                        <a:pt x="551" y="1101"/>
                      </a:lnTo>
                      <a:lnTo>
                        <a:pt x="771" y="1285"/>
                      </a:lnTo>
                      <a:lnTo>
                        <a:pt x="1138" y="1468"/>
                      </a:lnTo>
                      <a:lnTo>
                        <a:pt x="1212" y="1505"/>
                      </a:lnTo>
                      <a:lnTo>
                        <a:pt x="1322" y="1541"/>
                      </a:lnTo>
                      <a:lnTo>
                        <a:pt x="1579" y="1541"/>
                      </a:lnTo>
                      <a:lnTo>
                        <a:pt x="1762" y="1505"/>
                      </a:lnTo>
                      <a:lnTo>
                        <a:pt x="2239" y="1321"/>
                      </a:lnTo>
                      <a:lnTo>
                        <a:pt x="2349" y="1248"/>
                      </a:lnTo>
                      <a:lnTo>
                        <a:pt x="2496" y="1174"/>
                      </a:lnTo>
                      <a:lnTo>
                        <a:pt x="2569" y="1101"/>
                      </a:lnTo>
                      <a:lnTo>
                        <a:pt x="2569" y="1064"/>
                      </a:lnTo>
                      <a:lnTo>
                        <a:pt x="2459" y="1064"/>
                      </a:lnTo>
                      <a:lnTo>
                        <a:pt x="2386" y="1138"/>
                      </a:lnTo>
                      <a:lnTo>
                        <a:pt x="2276" y="1211"/>
                      </a:lnTo>
                      <a:lnTo>
                        <a:pt x="1946" y="1321"/>
                      </a:lnTo>
                      <a:lnTo>
                        <a:pt x="1579" y="1431"/>
                      </a:lnTo>
                      <a:lnTo>
                        <a:pt x="1395" y="1431"/>
                      </a:lnTo>
                      <a:lnTo>
                        <a:pt x="1175" y="1395"/>
                      </a:lnTo>
                      <a:lnTo>
                        <a:pt x="1175" y="1358"/>
                      </a:lnTo>
                      <a:lnTo>
                        <a:pt x="1212" y="1358"/>
                      </a:lnTo>
                      <a:lnTo>
                        <a:pt x="1615" y="1211"/>
                      </a:lnTo>
                      <a:lnTo>
                        <a:pt x="1909" y="1101"/>
                      </a:lnTo>
                      <a:lnTo>
                        <a:pt x="2019" y="991"/>
                      </a:lnTo>
                      <a:lnTo>
                        <a:pt x="2056" y="954"/>
                      </a:lnTo>
                      <a:lnTo>
                        <a:pt x="2056" y="918"/>
                      </a:lnTo>
                      <a:lnTo>
                        <a:pt x="1982" y="918"/>
                      </a:lnTo>
                      <a:lnTo>
                        <a:pt x="1872" y="1028"/>
                      </a:lnTo>
                      <a:lnTo>
                        <a:pt x="1725" y="1064"/>
                      </a:lnTo>
                      <a:lnTo>
                        <a:pt x="1285" y="1211"/>
                      </a:lnTo>
                      <a:lnTo>
                        <a:pt x="1138" y="1248"/>
                      </a:lnTo>
                      <a:lnTo>
                        <a:pt x="955" y="1248"/>
                      </a:lnTo>
                      <a:lnTo>
                        <a:pt x="1138" y="1138"/>
                      </a:lnTo>
                      <a:lnTo>
                        <a:pt x="1432" y="954"/>
                      </a:lnTo>
                      <a:lnTo>
                        <a:pt x="1505" y="844"/>
                      </a:lnTo>
                      <a:lnTo>
                        <a:pt x="1505" y="808"/>
                      </a:lnTo>
                      <a:lnTo>
                        <a:pt x="1432" y="808"/>
                      </a:lnTo>
                      <a:lnTo>
                        <a:pt x="1175" y="991"/>
                      </a:lnTo>
                      <a:lnTo>
                        <a:pt x="918" y="1138"/>
                      </a:lnTo>
                      <a:lnTo>
                        <a:pt x="882" y="1138"/>
                      </a:lnTo>
                      <a:lnTo>
                        <a:pt x="845" y="1101"/>
                      </a:lnTo>
                      <a:lnTo>
                        <a:pt x="771" y="808"/>
                      </a:lnTo>
                      <a:lnTo>
                        <a:pt x="735" y="477"/>
                      </a:lnTo>
                      <a:lnTo>
                        <a:pt x="698" y="441"/>
                      </a:lnTo>
                      <a:lnTo>
                        <a:pt x="698" y="404"/>
                      </a:lnTo>
                      <a:lnTo>
                        <a:pt x="661" y="441"/>
                      </a:lnTo>
                      <a:lnTo>
                        <a:pt x="661" y="477"/>
                      </a:lnTo>
                      <a:lnTo>
                        <a:pt x="661" y="734"/>
                      </a:lnTo>
                      <a:lnTo>
                        <a:pt x="735" y="1028"/>
                      </a:lnTo>
                      <a:lnTo>
                        <a:pt x="735" y="1101"/>
                      </a:lnTo>
                      <a:lnTo>
                        <a:pt x="661" y="1028"/>
                      </a:lnTo>
                      <a:lnTo>
                        <a:pt x="368" y="698"/>
                      </a:lnTo>
                      <a:lnTo>
                        <a:pt x="258" y="477"/>
                      </a:lnTo>
                      <a:lnTo>
                        <a:pt x="148" y="294"/>
                      </a:lnTo>
                      <a:lnTo>
                        <a:pt x="74" y="74"/>
                      </a:lnTo>
                      <a:lnTo>
                        <a:pt x="38" y="37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3324;p37">
                  <a:extLst>
                    <a:ext uri="{FF2B5EF4-FFF2-40B4-BE49-F238E27FC236}">
                      <a16:creationId xmlns:a16="http://schemas.microsoft.com/office/drawing/2014/main" id="{44CC592C-1DF9-7D96-9CCC-0D150CEE75D9}"/>
                    </a:ext>
                  </a:extLst>
                </p:cNvPr>
                <p:cNvSpPr/>
                <p:nvPr/>
              </p:nvSpPr>
              <p:spPr>
                <a:xfrm>
                  <a:off x="2548771" y="361265"/>
                  <a:ext cx="39110" cy="53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" h="1615" extrusionOk="0">
                      <a:moveTo>
                        <a:pt x="1175" y="0"/>
                      </a:moveTo>
                      <a:lnTo>
                        <a:pt x="991" y="73"/>
                      </a:lnTo>
                      <a:lnTo>
                        <a:pt x="771" y="184"/>
                      </a:lnTo>
                      <a:lnTo>
                        <a:pt x="551" y="330"/>
                      </a:lnTo>
                      <a:lnTo>
                        <a:pt x="514" y="404"/>
                      </a:lnTo>
                      <a:lnTo>
                        <a:pt x="294" y="697"/>
                      </a:lnTo>
                      <a:lnTo>
                        <a:pt x="111" y="1027"/>
                      </a:lnTo>
                      <a:lnTo>
                        <a:pt x="1" y="1431"/>
                      </a:lnTo>
                      <a:lnTo>
                        <a:pt x="1" y="1541"/>
                      </a:lnTo>
                      <a:lnTo>
                        <a:pt x="1" y="1614"/>
                      </a:lnTo>
                      <a:lnTo>
                        <a:pt x="74" y="1614"/>
                      </a:lnTo>
                      <a:lnTo>
                        <a:pt x="74" y="1578"/>
                      </a:lnTo>
                      <a:lnTo>
                        <a:pt x="111" y="1504"/>
                      </a:lnTo>
                      <a:lnTo>
                        <a:pt x="221" y="1101"/>
                      </a:lnTo>
                      <a:lnTo>
                        <a:pt x="404" y="697"/>
                      </a:lnTo>
                      <a:lnTo>
                        <a:pt x="514" y="514"/>
                      </a:lnTo>
                      <a:lnTo>
                        <a:pt x="698" y="330"/>
                      </a:lnTo>
                      <a:lnTo>
                        <a:pt x="881" y="184"/>
                      </a:lnTo>
                      <a:lnTo>
                        <a:pt x="1138" y="73"/>
                      </a:lnTo>
                      <a:lnTo>
                        <a:pt x="1175" y="37"/>
                      </a:lnTo>
                      <a:lnTo>
                        <a:pt x="1175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3325;p37">
                  <a:extLst>
                    <a:ext uri="{FF2B5EF4-FFF2-40B4-BE49-F238E27FC236}">
                      <a16:creationId xmlns:a16="http://schemas.microsoft.com/office/drawing/2014/main" id="{50727006-83E8-FB84-7914-01D209554C8A}"/>
                    </a:ext>
                  </a:extLst>
                </p:cNvPr>
                <p:cNvSpPr/>
                <p:nvPr/>
              </p:nvSpPr>
              <p:spPr>
                <a:xfrm>
                  <a:off x="2557325" y="363694"/>
                  <a:ext cx="42771" cy="6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" h="2019" extrusionOk="0">
                      <a:moveTo>
                        <a:pt x="1175" y="0"/>
                      </a:moveTo>
                      <a:lnTo>
                        <a:pt x="1028" y="111"/>
                      </a:lnTo>
                      <a:lnTo>
                        <a:pt x="808" y="221"/>
                      </a:lnTo>
                      <a:lnTo>
                        <a:pt x="624" y="367"/>
                      </a:lnTo>
                      <a:lnTo>
                        <a:pt x="478" y="551"/>
                      </a:lnTo>
                      <a:lnTo>
                        <a:pt x="257" y="844"/>
                      </a:lnTo>
                      <a:lnTo>
                        <a:pt x="111" y="1175"/>
                      </a:lnTo>
                      <a:lnTo>
                        <a:pt x="37" y="1541"/>
                      </a:lnTo>
                      <a:lnTo>
                        <a:pt x="1" y="1945"/>
                      </a:lnTo>
                      <a:lnTo>
                        <a:pt x="1" y="2018"/>
                      </a:lnTo>
                      <a:lnTo>
                        <a:pt x="111" y="2018"/>
                      </a:lnTo>
                      <a:lnTo>
                        <a:pt x="111" y="1945"/>
                      </a:lnTo>
                      <a:lnTo>
                        <a:pt x="221" y="1468"/>
                      </a:lnTo>
                      <a:lnTo>
                        <a:pt x="331" y="1101"/>
                      </a:lnTo>
                      <a:lnTo>
                        <a:pt x="514" y="771"/>
                      </a:lnTo>
                      <a:lnTo>
                        <a:pt x="698" y="551"/>
                      </a:lnTo>
                      <a:lnTo>
                        <a:pt x="918" y="367"/>
                      </a:lnTo>
                      <a:lnTo>
                        <a:pt x="1211" y="147"/>
                      </a:lnTo>
                      <a:lnTo>
                        <a:pt x="1285" y="74"/>
                      </a:lnTo>
                      <a:lnTo>
                        <a:pt x="1285" y="37"/>
                      </a:lnTo>
                      <a:lnTo>
                        <a:pt x="1248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3326;p37">
                  <a:extLst>
                    <a:ext uri="{FF2B5EF4-FFF2-40B4-BE49-F238E27FC236}">
                      <a16:creationId xmlns:a16="http://schemas.microsoft.com/office/drawing/2014/main" id="{C5365C86-F8FF-0EF8-D960-FB81F6A6E6DA}"/>
                    </a:ext>
                  </a:extLst>
                </p:cNvPr>
                <p:cNvSpPr/>
                <p:nvPr/>
              </p:nvSpPr>
              <p:spPr>
                <a:xfrm>
                  <a:off x="2580525" y="331941"/>
                  <a:ext cx="25696" cy="2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" h="698" extrusionOk="0">
                      <a:moveTo>
                        <a:pt x="661" y="1"/>
                      </a:moveTo>
                      <a:lnTo>
                        <a:pt x="551" y="37"/>
                      </a:lnTo>
                      <a:lnTo>
                        <a:pt x="368" y="184"/>
                      </a:lnTo>
                      <a:lnTo>
                        <a:pt x="221" y="294"/>
                      </a:lnTo>
                      <a:lnTo>
                        <a:pt x="74" y="477"/>
                      </a:lnTo>
                      <a:lnTo>
                        <a:pt x="1" y="588"/>
                      </a:lnTo>
                      <a:lnTo>
                        <a:pt x="1" y="661"/>
                      </a:lnTo>
                      <a:lnTo>
                        <a:pt x="37" y="698"/>
                      </a:lnTo>
                      <a:lnTo>
                        <a:pt x="74" y="661"/>
                      </a:lnTo>
                      <a:lnTo>
                        <a:pt x="147" y="551"/>
                      </a:lnTo>
                      <a:lnTo>
                        <a:pt x="441" y="331"/>
                      </a:lnTo>
                      <a:lnTo>
                        <a:pt x="734" y="111"/>
                      </a:lnTo>
                      <a:lnTo>
                        <a:pt x="771" y="74"/>
                      </a:lnTo>
                      <a:lnTo>
                        <a:pt x="771" y="37"/>
                      </a:lnTo>
                      <a:lnTo>
                        <a:pt x="771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3327;p37">
                  <a:extLst>
                    <a:ext uri="{FF2B5EF4-FFF2-40B4-BE49-F238E27FC236}">
                      <a16:creationId xmlns:a16="http://schemas.microsoft.com/office/drawing/2014/main" id="{073E11EF-0207-459D-6C2B-BF140CC27AD6}"/>
                    </a:ext>
                  </a:extLst>
                </p:cNvPr>
                <p:cNvSpPr/>
                <p:nvPr/>
              </p:nvSpPr>
              <p:spPr>
                <a:xfrm>
                  <a:off x="2589079" y="361265"/>
                  <a:ext cx="1265" cy="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37" y="0"/>
                      </a:moveTo>
                      <a:lnTo>
                        <a:pt x="37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37" y="0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22552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3328;p37">
                  <a:extLst>
                    <a:ext uri="{FF2B5EF4-FFF2-40B4-BE49-F238E27FC236}">
                      <a16:creationId xmlns:a16="http://schemas.microsoft.com/office/drawing/2014/main" id="{241163BB-27EB-C827-437F-8042AF7D7ABA}"/>
                    </a:ext>
                  </a:extLst>
                </p:cNvPr>
                <p:cNvSpPr/>
                <p:nvPr/>
              </p:nvSpPr>
              <p:spPr>
                <a:xfrm>
                  <a:off x="2696556" y="362463"/>
                  <a:ext cx="11017" cy="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58" extrusionOk="0">
                      <a:moveTo>
                        <a:pt x="257" y="1"/>
                      </a:moveTo>
                      <a:lnTo>
                        <a:pt x="37" y="148"/>
                      </a:lnTo>
                      <a:lnTo>
                        <a:pt x="0" y="184"/>
                      </a:lnTo>
                      <a:lnTo>
                        <a:pt x="0" y="221"/>
                      </a:lnTo>
                      <a:lnTo>
                        <a:pt x="0" y="258"/>
                      </a:lnTo>
                      <a:lnTo>
                        <a:pt x="110" y="258"/>
                      </a:lnTo>
                      <a:lnTo>
                        <a:pt x="331" y="111"/>
                      </a:lnTo>
                      <a:lnTo>
                        <a:pt x="331" y="74"/>
                      </a:lnTo>
                      <a:lnTo>
                        <a:pt x="331" y="3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3329;p37">
                  <a:extLst>
                    <a:ext uri="{FF2B5EF4-FFF2-40B4-BE49-F238E27FC236}">
                      <a16:creationId xmlns:a16="http://schemas.microsoft.com/office/drawing/2014/main" id="{BD5B3C97-2E4F-B68F-0A11-6A092887BB9B}"/>
                    </a:ext>
                  </a:extLst>
                </p:cNvPr>
                <p:cNvSpPr/>
                <p:nvPr/>
              </p:nvSpPr>
              <p:spPr>
                <a:xfrm>
                  <a:off x="2652586" y="363694"/>
                  <a:ext cx="11017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148" extrusionOk="0">
                      <a:moveTo>
                        <a:pt x="257" y="0"/>
                      </a:moveTo>
                      <a:lnTo>
                        <a:pt x="37" y="74"/>
                      </a:lnTo>
                      <a:lnTo>
                        <a:pt x="0" y="74"/>
                      </a:lnTo>
                      <a:lnTo>
                        <a:pt x="0" y="111"/>
                      </a:lnTo>
                      <a:lnTo>
                        <a:pt x="37" y="147"/>
                      </a:lnTo>
                      <a:lnTo>
                        <a:pt x="111" y="147"/>
                      </a:lnTo>
                      <a:lnTo>
                        <a:pt x="331" y="37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3330;p37">
                  <a:extLst>
                    <a:ext uri="{FF2B5EF4-FFF2-40B4-BE49-F238E27FC236}">
                      <a16:creationId xmlns:a16="http://schemas.microsoft.com/office/drawing/2014/main" id="{A95261FB-EA69-46DB-5FE1-CDF0AA641FB5}"/>
                    </a:ext>
                  </a:extLst>
                </p:cNvPr>
                <p:cNvSpPr/>
                <p:nvPr/>
              </p:nvSpPr>
              <p:spPr>
                <a:xfrm>
                  <a:off x="2679447" y="364926"/>
                  <a:ext cx="8588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84" extrusionOk="0">
                      <a:moveTo>
                        <a:pt x="184" y="0"/>
                      </a:moveTo>
                      <a:lnTo>
                        <a:pt x="37" y="110"/>
                      </a:lnTo>
                      <a:lnTo>
                        <a:pt x="1" y="110"/>
                      </a:lnTo>
                      <a:lnTo>
                        <a:pt x="1" y="147"/>
                      </a:lnTo>
                      <a:lnTo>
                        <a:pt x="1" y="184"/>
                      </a:lnTo>
                      <a:lnTo>
                        <a:pt x="74" y="184"/>
                      </a:lnTo>
                      <a:lnTo>
                        <a:pt x="257" y="74"/>
                      </a:lnTo>
                      <a:lnTo>
                        <a:pt x="257" y="37"/>
                      </a:ln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3331;p37">
                  <a:extLst>
                    <a:ext uri="{FF2B5EF4-FFF2-40B4-BE49-F238E27FC236}">
                      <a16:creationId xmlns:a16="http://schemas.microsoft.com/office/drawing/2014/main" id="{AB9B9035-2217-221A-C869-8BED496749FF}"/>
                    </a:ext>
                  </a:extLst>
                </p:cNvPr>
                <p:cNvSpPr/>
                <p:nvPr/>
              </p:nvSpPr>
              <p:spPr>
                <a:xfrm>
                  <a:off x="2694093" y="364926"/>
                  <a:ext cx="33" cy="1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7" extrusionOk="0">
                      <a:moveTo>
                        <a:pt x="1" y="0"/>
                      </a:moveTo>
                      <a:lnTo>
                        <a:pt x="1" y="37"/>
                      </a:lnTo>
                      <a:lnTo>
                        <a:pt x="1" y="37"/>
                      </a:lnTo>
                      <a:lnTo>
                        <a:pt x="1" y="37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C6C2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3332;p37">
                  <a:extLst>
                    <a:ext uri="{FF2B5EF4-FFF2-40B4-BE49-F238E27FC236}">
                      <a16:creationId xmlns:a16="http://schemas.microsoft.com/office/drawing/2014/main" id="{EA790E67-5C67-4955-5695-938D6BBEF6F5}"/>
                    </a:ext>
                  </a:extLst>
                </p:cNvPr>
                <p:cNvSpPr/>
                <p:nvPr/>
              </p:nvSpPr>
              <p:spPr>
                <a:xfrm>
                  <a:off x="2584186" y="479726"/>
                  <a:ext cx="33" cy="1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37" extrusionOk="0">
                      <a:moveTo>
                        <a:pt x="1" y="0"/>
                      </a:moveTo>
                      <a:lnTo>
                        <a:pt x="1" y="37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30CB2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2" name="Google Shape;23333;p37">
              <a:extLst>
                <a:ext uri="{FF2B5EF4-FFF2-40B4-BE49-F238E27FC236}">
                  <a16:creationId xmlns:a16="http://schemas.microsoft.com/office/drawing/2014/main" id="{4FBFF61C-7B20-5406-47FE-3BFA4D3093B9}"/>
                </a:ext>
              </a:extLst>
            </p:cNvPr>
            <p:cNvGrpSpPr/>
            <p:nvPr/>
          </p:nvGrpSpPr>
          <p:grpSpPr>
            <a:xfrm rot="7049046">
              <a:off x="6405067" y="1343569"/>
              <a:ext cx="308939" cy="277387"/>
              <a:chOff x="6130232" y="596136"/>
              <a:chExt cx="376886" cy="338395"/>
            </a:xfrm>
          </p:grpSpPr>
          <p:sp>
            <p:nvSpPr>
              <p:cNvPr id="283" name="Google Shape;23334;p37">
                <a:extLst>
                  <a:ext uri="{FF2B5EF4-FFF2-40B4-BE49-F238E27FC236}">
                    <a16:creationId xmlns:a16="http://schemas.microsoft.com/office/drawing/2014/main" id="{352BCF51-5500-5FC2-5011-E829E597069B}"/>
                  </a:ext>
                </a:extLst>
              </p:cNvPr>
              <p:cNvSpPr/>
              <p:nvPr/>
            </p:nvSpPr>
            <p:spPr>
              <a:xfrm>
                <a:off x="6130232" y="596136"/>
                <a:ext cx="376881" cy="338390"/>
              </a:xfrm>
              <a:custGeom>
                <a:avLst/>
                <a:gdLst/>
                <a:ahLst/>
                <a:cxnLst/>
                <a:rect l="l" t="t" r="r" b="b"/>
                <a:pathLst>
                  <a:path w="5395" h="4844" extrusionOk="0">
                    <a:moveTo>
                      <a:pt x="3193" y="1"/>
                    </a:moveTo>
                    <a:lnTo>
                      <a:pt x="2899" y="37"/>
                    </a:lnTo>
                    <a:lnTo>
                      <a:pt x="2643" y="147"/>
                    </a:lnTo>
                    <a:lnTo>
                      <a:pt x="2422" y="294"/>
                    </a:lnTo>
                    <a:lnTo>
                      <a:pt x="2202" y="478"/>
                    </a:lnTo>
                    <a:lnTo>
                      <a:pt x="2055" y="698"/>
                    </a:lnTo>
                    <a:lnTo>
                      <a:pt x="1909" y="955"/>
                    </a:lnTo>
                    <a:lnTo>
                      <a:pt x="1835" y="1175"/>
                    </a:lnTo>
                    <a:lnTo>
                      <a:pt x="1799" y="1432"/>
                    </a:lnTo>
                    <a:lnTo>
                      <a:pt x="1799" y="1652"/>
                    </a:lnTo>
                    <a:lnTo>
                      <a:pt x="1799" y="1835"/>
                    </a:lnTo>
                    <a:lnTo>
                      <a:pt x="1835" y="2019"/>
                    </a:lnTo>
                    <a:lnTo>
                      <a:pt x="1945" y="2202"/>
                    </a:lnTo>
                    <a:lnTo>
                      <a:pt x="2019" y="2349"/>
                    </a:lnTo>
                    <a:lnTo>
                      <a:pt x="1835" y="2312"/>
                    </a:lnTo>
                    <a:lnTo>
                      <a:pt x="1578" y="2202"/>
                    </a:lnTo>
                    <a:lnTo>
                      <a:pt x="1322" y="2092"/>
                    </a:lnTo>
                    <a:lnTo>
                      <a:pt x="1065" y="1945"/>
                    </a:lnTo>
                    <a:lnTo>
                      <a:pt x="808" y="1762"/>
                    </a:lnTo>
                    <a:lnTo>
                      <a:pt x="771" y="1688"/>
                    </a:lnTo>
                    <a:lnTo>
                      <a:pt x="698" y="1688"/>
                    </a:lnTo>
                    <a:lnTo>
                      <a:pt x="661" y="1725"/>
                    </a:lnTo>
                    <a:lnTo>
                      <a:pt x="661" y="1762"/>
                    </a:lnTo>
                    <a:lnTo>
                      <a:pt x="735" y="1872"/>
                    </a:lnTo>
                    <a:lnTo>
                      <a:pt x="1028" y="2165"/>
                    </a:lnTo>
                    <a:lnTo>
                      <a:pt x="1175" y="2312"/>
                    </a:lnTo>
                    <a:lnTo>
                      <a:pt x="1358" y="2422"/>
                    </a:lnTo>
                    <a:lnTo>
                      <a:pt x="1542" y="2532"/>
                    </a:lnTo>
                    <a:lnTo>
                      <a:pt x="1725" y="2606"/>
                    </a:lnTo>
                    <a:lnTo>
                      <a:pt x="1982" y="2716"/>
                    </a:lnTo>
                    <a:lnTo>
                      <a:pt x="1945" y="2752"/>
                    </a:lnTo>
                    <a:lnTo>
                      <a:pt x="1909" y="2752"/>
                    </a:lnTo>
                    <a:lnTo>
                      <a:pt x="1542" y="2826"/>
                    </a:lnTo>
                    <a:lnTo>
                      <a:pt x="1212" y="2863"/>
                    </a:lnTo>
                    <a:lnTo>
                      <a:pt x="918" y="2826"/>
                    </a:lnTo>
                    <a:lnTo>
                      <a:pt x="441" y="2789"/>
                    </a:lnTo>
                    <a:lnTo>
                      <a:pt x="404" y="2789"/>
                    </a:lnTo>
                    <a:lnTo>
                      <a:pt x="221" y="2826"/>
                    </a:lnTo>
                    <a:lnTo>
                      <a:pt x="74" y="2863"/>
                    </a:lnTo>
                    <a:lnTo>
                      <a:pt x="1" y="2936"/>
                    </a:lnTo>
                    <a:lnTo>
                      <a:pt x="1" y="3009"/>
                    </a:lnTo>
                    <a:lnTo>
                      <a:pt x="37" y="3083"/>
                    </a:lnTo>
                    <a:lnTo>
                      <a:pt x="148" y="3083"/>
                    </a:lnTo>
                    <a:lnTo>
                      <a:pt x="368" y="3046"/>
                    </a:lnTo>
                    <a:lnTo>
                      <a:pt x="698" y="3083"/>
                    </a:lnTo>
                    <a:lnTo>
                      <a:pt x="1028" y="3119"/>
                    </a:lnTo>
                    <a:lnTo>
                      <a:pt x="1322" y="3156"/>
                    </a:lnTo>
                    <a:lnTo>
                      <a:pt x="1652" y="3119"/>
                    </a:lnTo>
                    <a:lnTo>
                      <a:pt x="1982" y="3083"/>
                    </a:lnTo>
                    <a:lnTo>
                      <a:pt x="1982" y="3119"/>
                    </a:lnTo>
                    <a:lnTo>
                      <a:pt x="1872" y="3340"/>
                    </a:lnTo>
                    <a:lnTo>
                      <a:pt x="1762" y="3596"/>
                    </a:lnTo>
                    <a:lnTo>
                      <a:pt x="1689" y="3890"/>
                    </a:lnTo>
                    <a:lnTo>
                      <a:pt x="1689" y="4183"/>
                    </a:lnTo>
                    <a:lnTo>
                      <a:pt x="1725" y="4477"/>
                    </a:lnTo>
                    <a:lnTo>
                      <a:pt x="1835" y="4734"/>
                    </a:lnTo>
                    <a:lnTo>
                      <a:pt x="1872" y="4807"/>
                    </a:lnTo>
                    <a:lnTo>
                      <a:pt x="1909" y="4844"/>
                    </a:lnTo>
                    <a:lnTo>
                      <a:pt x="1945" y="4807"/>
                    </a:lnTo>
                    <a:lnTo>
                      <a:pt x="1982" y="4807"/>
                    </a:lnTo>
                    <a:lnTo>
                      <a:pt x="1982" y="4770"/>
                    </a:lnTo>
                    <a:lnTo>
                      <a:pt x="1982" y="4697"/>
                    </a:lnTo>
                    <a:lnTo>
                      <a:pt x="1982" y="4660"/>
                    </a:lnTo>
                    <a:lnTo>
                      <a:pt x="1945" y="4440"/>
                    </a:lnTo>
                    <a:lnTo>
                      <a:pt x="1945" y="4220"/>
                    </a:lnTo>
                    <a:lnTo>
                      <a:pt x="1982" y="4000"/>
                    </a:lnTo>
                    <a:lnTo>
                      <a:pt x="2055" y="3780"/>
                    </a:lnTo>
                    <a:lnTo>
                      <a:pt x="2202" y="3413"/>
                    </a:lnTo>
                    <a:lnTo>
                      <a:pt x="2422" y="3083"/>
                    </a:lnTo>
                    <a:lnTo>
                      <a:pt x="2496" y="3266"/>
                    </a:lnTo>
                    <a:lnTo>
                      <a:pt x="2532" y="3413"/>
                    </a:lnTo>
                    <a:lnTo>
                      <a:pt x="2643" y="3560"/>
                    </a:lnTo>
                    <a:lnTo>
                      <a:pt x="2716" y="3670"/>
                    </a:lnTo>
                    <a:lnTo>
                      <a:pt x="2973" y="3853"/>
                    </a:lnTo>
                    <a:lnTo>
                      <a:pt x="3266" y="4037"/>
                    </a:lnTo>
                    <a:lnTo>
                      <a:pt x="3560" y="4110"/>
                    </a:lnTo>
                    <a:lnTo>
                      <a:pt x="4147" y="4110"/>
                    </a:lnTo>
                    <a:lnTo>
                      <a:pt x="4477" y="4000"/>
                    </a:lnTo>
                    <a:lnTo>
                      <a:pt x="4697" y="3927"/>
                    </a:lnTo>
                    <a:lnTo>
                      <a:pt x="4881" y="3780"/>
                    </a:lnTo>
                    <a:lnTo>
                      <a:pt x="5064" y="3596"/>
                    </a:lnTo>
                    <a:lnTo>
                      <a:pt x="5211" y="3376"/>
                    </a:lnTo>
                    <a:lnTo>
                      <a:pt x="5321" y="3119"/>
                    </a:lnTo>
                    <a:lnTo>
                      <a:pt x="5358" y="2899"/>
                    </a:lnTo>
                    <a:lnTo>
                      <a:pt x="5394" y="2679"/>
                    </a:lnTo>
                    <a:lnTo>
                      <a:pt x="5358" y="2496"/>
                    </a:lnTo>
                    <a:lnTo>
                      <a:pt x="5284" y="2312"/>
                    </a:lnTo>
                    <a:lnTo>
                      <a:pt x="5211" y="2129"/>
                    </a:lnTo>
                    <a:lnTo>
                      <a:pt x="5101" y="1945"/>
                    </a:lnTo>
                    <a:lnTo>
                      <a:pt x="4991" y="1798"/>
                    </a:lnTo>
                    <a:lnTo>
                      <a:pt x="4844" y="1688"/>
                    </a:lnTo>
                    <a:lnTo>
                      <a:pt x="4661" y="1578"/>
                    </a:lnTo>
                    <a:lnTo>
                      <a:pt x="4550" y="1505"/>
                    </a:lnTo>
                    <a:lnTo>
                      <a:pt x="4514" y="1395"/>
                    </a:lnTo>
                    <a:lnTo>
                      <a:pt x="4514" y="1285"/>
                    </a:lnTo>
                    <a:lnTo>
                      <a:pt x="4514" y="1138"/>
                    </a:lnTo>
                    <a:lnTo>
                      <a:pt x="4440" y="918"/>
                    </a:lnTo>
                    <a:lnTo>
                      <a:pt x="4367" y="734"/>
                    </a:lnTo>
                    <a:lnTo>
                      <a:pt x="4257" y="588"/>
                    </a:lnTo>
                    <a:lnTo>
                      <a:pt x="4184" y="441"/>
                    </a:lnTo>
                    <a:lnTo>
                      <a:pt x="4037" y="331"/>
                    </a:lnTo>
                    <a:lnTo>
                      <a:pt x="3927" y="221"/>
                    </a:lnTo>
                    <a:lnTo>
                      <a:pt x="3743" y="147"/>
                    </a:lnTo>
                    <a:lnTo>
                      <a:pt x="3596" y="74"/>
                    </a:lnTo>
                    <a:lnTo>
                      <a:pt x="3413" y="37"/>
                    </a:lnTo>
                    <a:lnTo>
                      <a:pt x="3193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4" name="Google Shape;23335;p37">
                <a:extLst>
                  <a:ext uri="{FF2B5EF4-FFF2-40B4-BE49-F238E27FC236}">
                    <a16:creationId xmlns:a16="http://schemas.microsoft.com/office/drawing/2014/main" id="{1A1904C0-295D-6CAB-AD54-71B563F9A75C}"/>
                  </a:ext>
                </a:extLst>
              </p:cNvPr>
              <p:cNvGrpSpPr/>
              <p:nvPr/>
            </p:nvGrpSpPr>
            <p:grpSpPr>
              <a:xfrm>
                <a:off x="6130232" y="596136"/>
                <a:ext cx="376886" cy="338395"/>
                <a:chOff x="3236336" y="309972"/>
                <a:chExt cx="179572" cy="161232"/>
              </a:xfrm>
            </p:grpSpPr>
            <p:sp>
              <p:nvSpPr>
                <p:cNvPr id="285" name="Google Shape;23336;p37">
                  <a:extLst>
                    <a:ext uri="{FF2B5EF4-FFF2-40B4-BE49-F238E27FC236}">
                      <a16:creationId xmlns:a16="http://schemas.microsoft.com/office/drawing/2014/main" id="{E484A420-6477-1BBE-C0F9-D41318717DAE}"/>
                    </a:ext>
                  </a:extLst>
                </p:cNvPr>
                <p:cNvSpPr/>
                <p:nvPr/>
              </p:nvSpPr>
              <p:spPr>
                <a:xfrm>
                  <a:off x="3296182" y="309972"/>
                  <a:ext cx="119726" cy="136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7" h="4110" extrusionOk="0">
                      <a:moveTo>
                        <a:pt x="1248" y="0"/>
                      </a:moveTo>
                      <a:lnTo>
                        <a:pt x="1101" y="37"/>
                      </a:lnTo>
                      <a:lnTo>
                        <a:pt x="955" y="73"/>
                      </a:lnTo>
                      <a:lnTo>
                        <a:pt x="661" y="257"/>
                      </a:lnTo>
                      <a:lnTo>
                        <a:pt x="404" y="477"/>
                      </a:lnTo>
                      <a:lnTo>
                        <a:pt x="257" y="697"/>
                      </a:lnTo>
                      <a:lnTo>
                        <a:pt x="111" y="954"/>
                      </a:lnTo>
                      <a:lnTo>
                        <a:pt x="37" y="1174"/>
                      </a:lnTo>
                      <a:lnTo>
                        <a:pt x="1" y="1431"/>
                      </a:lnTo>
                      <a:lnTo>
                        <a:pt x="1" y="1651"/>
                      </a:lnTo>
                      <a:lnTo>
                        <a:pt x="1" y="1835"/>
                      </a:lnTo>
                      <a:lnTo>
                        <a:pt x="37" y="2018"/>
                      </a:lnTo>
                      <a:lnTo>
                        <a:pt x="147" y="2202"/>
                      </a:lnTo>
                      <a:lnTo>
                        <a:pt x="221" y="2348"/>
                      </a:lnTo>
                      <a:lnTo>
                        <a:pt x="514" y="2532"/>
                      </a:lnTo>
                      <a:lnTo>
                        <a:pt x="624" y="2605"/>
                      </a:lnTo>
                      <a:lnTo>
                        <a:pt x="661" y="2642"/>
                      </a:lnTo>
                      <a:lnTo>
                        <a:pt x="661" y="2715"/>
                      </a:lnTo>
                      <a:lnTo>
                        <a:pt x="624" y="2862"/>
                      </a:lnTo>
                      <a:lnTo>
                        <a:pt x="624" y="3082"/>
                      </a:lnTo>
                      <a:lnTo>
                        <a:pt x="698" y="3266"/>
                      </a:lnTo>
                      <a:lnTo>
                        <a:pt x="734" y="3412"/>
                      </a:lnTo>
                      <a:lnTo>
                        <a:pt x="845" y="3559"/>
                      </a:lnTo>
                      <a:lnTo>
                        <a:pt x="918" y="3669"/>
                      </a:lnTo>
                      <a:lnTo>
                        <a:pt x="1175" y="3853"/>
                      </a:lnTo>
                      <a:lnTo>
                        <a:pt x="1468" y="4036"/>
                      </a:lnTo>
                      <a:lnTo>
                        <a:pt x="1762" y="4109"/>
                      </a:lnTo>
                      <a:lnTo>
                        <a:pt x="2092" y="4109"/>
                      </a:lnTo>
                      <a:lnTo>
                        <a:pt x="2386" y="4073"/>
                      </a:lnTo>
                      <a:lnTo>
                        <a:pt x="2679" y="3999"/>
                      </a:lnTo>
                      <a:lnTo>
                        <a:pt x="2899" y="3926"/>
                      </a:lnTo>
                      <a:lnTo>
                        <a:pt x="3083" y="3779"/>
                      </a:lnTo>
                      <a:lnTo>
                        <a:pt x="3266" y="3596"/>
                      </a:lnTo>
                      <a:lnTo>
                        <a:pt x="3413" y="3376"/>
                      </a:lnTo>
                      <a:lnTo>
                        <a:pt x="3523" y="3119"/>
                      </a:lnTo>
                      <a:lnTo>
                        <a:pt x="3560" y="2899"/>
                      </a:lnTo>
                      <a:lnTo>
                        <a:pt x="3596" y="2679"/>
                      </a:lnTo>
                      <a:lnTo>
                        <a:pt x="3560" y="2495"/>
                      </a:lnTo>
                      <a:lnTo>
                        <a:pt x="3486" y="2312"/>
                      </a:lnTo>
                      <a:lnTo>
                        <a:pt x="3413" y="2128"/>
                      </a:lnTo>
                      <a:lnTo>
                        <a:pt x="3303" y="1945"/>
                      </a:lnTo>
                      <a:lnTo>
                        <a:pt x="3193" y="1798"/>
                      </a:lnTo>
                      <a:lnTo>
                        <a:pt x="3046" y="1688"/>
                      </a:lnTo>
                      <a:lnTo>
                        <a:pt x="2863" y="1578"/>
                      </a:lnTo>
                      <a:lnTo>
                        <a:pt x="2752" y="1504"/>
                      </a:lnTo>
                      <a:lnTo>
                        <a:pt x="2716" y="1394"/>
                      </a:lnTo>
                      <a:lnTo>
                        <a:pt x="2716" y="1284"/>
                      </a:lnTo>
                      <a:lnTo>
                        <a:pt x="2716" y="1137"/>
                      </a:lnTo>
                      <a:lnTo>
                        <a:pt x="2642" y="917"/>
                      </a:lnTo>
                      <a:lnTo>
                        <a:pt x="2569" y="734"/>
                      </a:lnTo>
                      <a:lnTo>
                        <a:pt x="2459" y="587"/>
                      </a:lnTo>
                      <a:lnTo>
                        <a:pt x="2386" y="440"/>
                      </a:lnTo>
                      <a:lnTo>
                        <a:pt x="2239" y="330"/>
                      </a:lnTo>
                      <a:lnTo>
                        <a:pt x="2129" y="220"/>
                      </a:lnTo>
                      <a:lnTo>
                        <a:pt x="1945" y="147"/>
                      </a:lnTo>
                      <a:lnTo>
                        <a:pt x="1798" y="73"/>
                      </a:lnTo>
                      <a:lnTo>
                        <a:pt x="1615" y="37"/>
                      </a:lnTo>
                      <a:lnTo>
                        <a:pt x="143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3337;p37">
                  <a:extLst>
                    <a:ext uri="{FF2B5EF4-FFF2-40B4-BE49-F238E27FC236}">
                      <a16:creationId xmlns:a16="http://schemas.microsoft.com/office/drawing/2014/main" id="{FD77F1B9-0E4A-8CB1-2962-87B674E814E9}"/>
                    </a:ext>
                  </a:extLst>
                </p:cNvPr>
                <p:cNvSpPr/>
                <p:nvPr/>
              </p:nvSpPr>
              <p:spPr>
                <a:xfrm>
                  <a:off x="3309629" y="309972"/>
                  <a:ext cx="76955" cy="46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2" h="1395" extrusionOk="0">
                      <a:moveTo>
                        <a:pt x="844" y="0"/>
                      </a:moveTo>
                      <a:lnTo>
                        <a:pt x="697" y="37"/>
                      </a:lnTo>
                      <a:lnTo>
                        <a:pt x="551" y="73"/>
                      </a:lnTo>
                      <a:lnTo>
                        <a:pt x="257" y="257"/>
                      </a:lnTo>
                      <a:lnTo>
                        <a:pt x="0" y="477"/>
                      </a:lnTo>
                      <a:lnTo>
                        <a:pt x="110" y="477"/>
                      </a:lnTo>
                      <a:lnTo>
                        <a:pt x="257" y="440"/>
                      </a:lnTo>
                      <a:lnTo>
                        <a:pt x="441" y="404"/>
                      </a:lnTo>
                      <a:lnTo>
                        <a:pt x="661" y="367"/>
                      </a:lnTo>
                      <a:lnTo>
                        <a:pt x="881" y="367"/>
                      </a:lnTo>
                      <a:lnTo>
                        <a:pt x="1101" y="440"/>
                      </a:lnTo>
                      <a:lnTo>
                        <a:pt x="1431" y="550"/>
                      </a:lnTo>
                      <a:lnTo>
                        <a:pt x="1688" y="734"/>
                      </a:lnTo>
                      <a:lnTo>
                        <a:pt x="1945" y="954"/>
                      </a:lnTo>
                      <a:lnTo>
                        <a:pt x="2165" y="1211"/>
                      </a:lnTo>
                      <a:lnTo>
                        <a:pt x="2312" y="1394"/>
                      </a:lnTo>
                      <a:lnTo>
                        <a:pt x="2312" y="1284"/>
                      </a:lnTo>
                      <a:lnTo>
                        <a:pt x="2312" y="1137"/>
                      </a:lnTo>
                      <a:lnTo>
                        <a:pt x="2238" y="917"/>
                      </a:lnTo>
                      <a:lnTo>
                        <a:pt x="2165" y="734"/>
                      </a:lnTo>
                      <a:lnTo>
                        <a:pt x="2055" y="587"/>
                      </a:lnTo>
                      <a:lnTo>
                        <a:pt x="1982" y="440"/>
                      </a:lnTo>
                      <a:lnTo>
                        <a:pt x="1835" y="330"/>
                      </a:lnTo>
                      <a:lnTo>
                        <a:pt x="1725" y="220"/>
                      </a:lnTo>
                      <a:lnTo>
                        <a:pt x="1541" y="147"/>
                      </a:lnTo>
                      <a:lnTo>
                        <a:pt x="1394" y="73"/>
                      </a:lnTo>
                      <a:lnTo>
                        <a:pt x="1211" y="37"/>
                      </a:lnTo>
                      <a:lnTo>
                        <a:pt x="1028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" name="Google Shape;23338;p37">
                  <a:extLst>
                    <a:ext uri="{FF2B5EF4-FFF2-40B4-BE49-F238E27FC236}">
                      <a16:creationId xmlns:a16="http://schemas.microsoft.com/office/drawing/2014/main" id="{9F7B7648-1568-C444-4208-9D86C8234EEC}"/>
                    </a:ext>
                  </a:extLst>
                </p:cNvPr>
                <p:cNvSpPr/>
                <p:nvPr/>
              </p:nvSpPr>
              <p:spPr>
                <a:xfrm>
                  <a:off x="3329168" y="386894"/>
                  <a:ext cx="74525" cy="50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9" h="1505" extrusionOk="0">
                      <a:moveTo>
                        <a:pt x="2238" y="1"/>
                      </a:moveTo>
                      <a:lnTo>
                        <a:pt x="2165" y="331"/>
                      </a:lnTo>
                      <a:lnTo>
                        <a:pt x="2128" y="514"/>
                      </a:lnTo>
                      <a:lnTo>
                        <a:pt x="2018" y="661"/>
                      </a:lnTo>
                      <a:lnTo>
                        <a:pt x="1908" y="771"/>
                      </a:lnTo>
                      <a:lnTo>
                        <a:pt x="1761" y="881"/>
                      </a:lnTo>
                      <a:lnTo>
                        <a:pt x="1468" y="1028"/>
                      </a:lnTo>
                      <a:lnTo>
                        <a:pt x="1284" y="1101"/>
                      </a:lnTo>
                      <a:lnTo>
                        <a:pt x="1138" y="1138"/>
                      </a:lnTo>
                      <a:lnTo>
                        <a:pt x="771" y="1138"/>
                      </a:lnTo>
                      <a:lnTo>
                        <a:pt x="441" y="1101"/>
                      </a:lnTo>
                      <a:lnTo>
                        <a:pt x="294" y="1065"/>
                      </a:lnTo>
                      <a:lnTo>
                        <a:pt x="147" y="991"/>
                      </a:lnTo>
                      <a:lnTo>
                        <a:pt x="74" y="955"/>
                      </a:lnTo>
                      <a:lnTo>
                        <a:pt x="0" y="918"/>
                      </a:lnTo>
                      <a:lnTo>
                        <a:pt x="0" y="955"/>
                      </a:lnTo>
                      <a:lnTo>
                        <a:pt x="0" y="991"/>
                      </a:lnTo>
                      <a:lnTo>
                        <a:pt x="110" y="1138"/>
                      </a:lnTo>
                      <a:lnTo>
                        <a:pt x="257" y="1285"/>
                      </a:lnTo>
                      <a:lnTo>
                        <a:pt x="477" y="1432"/>
                      </a:lnTo>
                      <a:lnTo>
                        <a:pt x="734" y="1505"/>
                      </a:lnTo>
                      <a:lnTo>
                        <a:pt x="991" y="1505"/>
                      </a:lnTo>
                      <a:lnTo>
                        <a:pt x="1248" y="1468"/>
                      </a:lnTo>
                      <a:lnTo>
                        <a:pt x="1431" y="1395"/>
                      </a:lnTo>
                      <a:lnTo>
                        <a:pt x="1578" y="1321"/>
                      </a:lnTo>
                      <a:lnTo>
                        <a:pt x="1872" y="1101"/>
                      </a:lnTo>
                      <a:lnTo>
                        <a:pt x="2018" y="991"/>
                      </a:lnTo>
                      <a:lnTo>
                        <a:pt x="2092" y="844"/>
                      </a:lnTo>
                      <a:lnTo>
                        <a:pt x="2165" y="661"/>
                      </a:lnTo>
                      <a:lnTo>
                        <a:pt x="2238" y="514"/>
                      </a:lnTo>
                      <a:lnTo>
                        <a:pt x="2238" y="221"/>
                      </a:lnTo>
                      <a:lnTo>
                        <a:pt x="2238" y="147"/>
                      </a:lnTo>
                      <a:lnTo>
                        <a:pt x="2238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3339;p37">
                  <a:extLst>
                    <a:ext uri="{FF2B5EF4-FFF2-40B4-BE49-F238E27FC236}">
                      <a16:creationId xmlns:a16="http://schemas.microsoft.com/office/drawing/2014/main" id="{4C354BA3-C3F8-5488-1E00-61F6F2FBFDAD}"/>
                    </a:ext>
                  </a:extLst>
                </p:cNvPr>
                <p:cNvSpPr/>
                <p:nvPr/>
              </p:nvSpPr>
              <p:spPr>
                <a:xfrm>
                  <a:off x="3302307" y="364926"/>
                  <a:ext cx="26894" cy="2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8" h="698" extrusionOk="0">
                      <a:moveTo>
                        <a:pt x="0" y="0"/>
                      </a:moveTo>
                      <a:lnTo>
                        <a:pt x="0" y="147"/>
                      </a:lnTo>
                      <a:lnTo>
                        <a:pt x="37" y="294"/>
                      </a:lnTo>
                      <a:lnTo>
                        <a:pt x="110" y="404"/>
                      </a:lnTo>
                      <a:lnTo>
                        <a:pt x="220" y="514"/>
                      </a:lnTo>
                      <a:lnTo>
                        <a:pt x="330" y="587"/>
                      </a:lnTo>
                      <a:lnTo>
                        <a:pt x="477" y="661"/>
                      </a:lnTo>
                      <a:lnTo>
                        <a:pt x="624" y="697"/>
                      </a:lnTo>
                      <a:lnTo>
                        <a:pt x="807" y="661"/>
                      </a:lnTo>
                      <a:lnTo>
                        <a:pt x="514" y="514"/>
                      </a:lnTo>
                      <a:lnTo>
                        <a:pt x="220" y="330"/>
                      </a:lnTo>
                      <a:lnTo>
                        <a:pt x="110" y="220"/>
                      </a:lnTo>
                      <a:lnTo>
                        <a:pt x="37" y="74"/>
                      </a:lnTo>
                      <a:lnTo>
                        <a:pt x="37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3340;p37">
                  <a:extLst>
                    <a:ext uri="{FF2B5EF4-FFF2-40B4-BE49-F238E27FC236}">
                      <a16:creationId xmlns:a16="http://schemas.microsoft.com/office/drawing/2014/main" id="{636C1C6C-E74E-471F-7228-0E69D88F8613}"/>
                    </a:ext>
                  </a:extLst>
                </p:cNvPr>
                <p:cNvSpPr/>
                <p:nvPr/>
              </p:nvSpPr>
              <p:spPr>
                <a:xfrm>
                  <a:off x="3236336" y="366124"/>
                  <a:ext cx="81881" cy="105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0" h="3157" extrusionOk="0">
                      <a:moveTo>
                        <a:pt x="698" y="1"/>
                      </a:moveTo>
                      <a:lnTo>
                        <a:pt x="661" y="38"/>
                      </a:lnTo>
                      <a:lnTo>
                        <a:pt x="661" y="74"/>
                      </a:lnTo>
                      <a:lnTo>
                        <a:pt x="735" y="184"/>
                      </a:lnTo>
                      <a:lnTo>
                        <a:pt x="1028" y="478"/>
                      </a:lnTo>
                      <a:lnTo>
                        <a:pt x="1175" y="625"/>
                      </a:lnTo>
                      <a:lnTo>
                        <a:pt x="1358" y="735"/>
                      </a:lnTo>
                      <a:lnTo>
                        <a:pt x="1542" y="845"/>
                      </a:lnTo>
                      <a:lnTo>
                        <a:pt x="1725" y="918"/>
                      </a:lnTo>
                      <a:lnTo>
                        <a:pt x="1982" y="1028"/>
                      </a:lnTo>
                      <a:lnTo>
                        <a:pt x="1945" y="1065"/>
                      </a:lnTo>
                      <a:lnTo>
                        <a:pt x="1909" y="1065"/>
                      </a:lnTo>
                      <a:lnTo>
                        <a:pt x="1652" y="1102"/>
                      </a:lnTo>
                      <a:lnTo>
                        <a:pt x="1432" y="1138"/>
                      </a:lnTo>
                      <a:lnTo>
                        <a:pt x="1175" y="1175"/>
                      </a:lnTo>
                      <a:lnTo>
                        <a:pt x="918" y="1138"/>
                      </a:lnTo>
                      <a:lnTo>
                        <a:pt x="661" y="1102"/>
                      </a:lnTo>
                      <a:lnTo>
                        <a:pt x="404" y="1102"/>
                      </a:lnTo>
                      <a:lnTo>
                        <a:pt x="221" y="1138"/>
                      </a:lnTo>
                      <a:lnTo>
                        <a:pt x="74" y="1175"/>
                      </a:lnTo>
                      <a:lnTo>
                        <a:pt x="1" y="1248"/>
                      </a:lnTo>
                      <a:lnTo>
                        <a:pt x="1" y="1322"/>
                      </a:lnTo>
                      <a:lnTo>
                        <a:pt x="37" y="1358"/>
                      </a:lnTo>
                      <a:lnTo>
                        <a:pt x="74" y="1395"/>
                      </a:lnTo>
                      <a:lnTo>
                        <a:pt x="148" y="1395"/>
                      </a:lnTo>
                      <a:lnTo>
                        <a:pt x="441" y="1358"/>
                      </a:lnTo>
                      <a:lnTo>
                        <a:pt x="698" y="1395"/>
                      </a:lnTo>
                      <a:lnTo>
                        <a:pt x="1028" y="1432"/>
                      </a:lnTo>
                      <a:lnTo>
                        <a:pt x="1322" y="1468"/>
                      </a:lnTo>
                      <a:lnTo>
                        <a:pt x="1652" y="1432"/>
                      </a:lnTo>
                      <a:lnTo>
                        <a:pt x="1982" y="1395"/>
                      </a:lnTo>
                      <a:lnTo>
                        <a:pt x="2019" y="1358"/>
                      </a:lnTo>
                      <a:lnTo>
                        <a:pt x="2019" y="1395"/>
                      </a:lnTo>
                      <a:lnTo>
                        <a:pt x="1982" y="1432"/>
                      </a:lnTo>
                      <a:lnTo>
                        <a:pt x="1872" y="1652"/>
                      </a:lnTo>
                      <a:lnTo>
                        <a:pt x="1762" y="1909"/>
                      </a:lnTo>
                      <a:lnTo>
                        <a:pt x="1689" y="2202"/>
                      </a:lnTo>
                      <a:lnTo>
                        <a:pt x="1689" y="2496"/>
                      </a:lnTo>
                      <a:lnTo>
                        <a:pt x="1725" y="2789"/>
                      </a:lnTo>
                      <a:lnTo>
                        <a:pt x="1835" y="3046"/>
                      </a:lnTo>
                      <a:lnTo>
                        <a:pt x="1872" y="3120"/>
                      </a:lnTo>
                      <a:lnTo>
                        <a:pt x="1909" y="3156"/>
                      </a:lnTo>
                      <a:lnTo>
                        <a:pt x="1945" y="3120"/>
                      </a:lnTo>
                      <a:lnTo>
                        <a:pt x="1982" y="3120"/>
                      </a:lnTo>
                      <a:lnTo>
                        <a:pt x="1982" y="3083"/>
                      </a:lnTo>
                      <a:lnTo>
                        <a:pt x="1982" y="3010"/>
                      </a:lnTo>
                      <a:lnTo>
                        <a:pt x="1982" y="2973"/>
                      </a:lnTo>
                      <a:lnTo>
                        <a:pt x="1945" y="2753"/>
                      </a:lnTo>
                      <a:lnTo>
                        <a:pt x="1945" y="2533"/>
                      </a:lnTo>
                      <a:lnTo>
                        <a:pt x="1982" y="2312"/>
                      </a:lnTo>
                      <a:lnTo>
                        <a:pt x="2055" y="2092"/>
                      </a:lnTo>
                      <a:lnTo>
                        <a:pt x="2202" y="1725"/>
                      </a:lnTo>
                      <a:lnTo>
                        <a:pt x="2422" y="1395"/>
                      </a:lnTo>
                      <a:lnTo>
                        <a:pt x="2422" y="1175"/>
                      </a:lnTo>
                      <a:lnTo>
                        <a:pt x="2459" y="1028"/>
                      </a:lnTo>
                      <a:lnTo>
                        <a:pt x="2459" y="955"/>
                      </a:lnTo>
                      <a:lnTo>
                        <a:pt x="2422" y="918"/>
                      </a:lnTo>
                      <a:lnTo>
                        <a:pt x="2312" y="845"/>
                      </a:lnTo>
                      <a:lnTo>
                        <a:pt x="2019" y="661"/>
                      </a:lnTo>
                      <a:lnTo>
                        <a:pt x="1835" y="625"/>
                      </a:lnTo>
                      <a:lnTo>
                        <a:pt x="1578" y="515"/>
                      </a:lnTo>
                      <a:lnTo>
                        <a:pt x="1322" y="404"/>
                      </a:lnTo>
                      <a:lnTo>
                        <a:pt x="1065" y="258"/>
                      </a:lnTo>
                      <a:lnTo>
                        <a:pt x="808" y="74"/>
                      </a:lnTo>
                      <a:lnTo>
                        <a:pt x="77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3341;p37">
                  <a:extLst>
                    <a:ext uri="{FF2B5EF4-FFF2-40B4-BE49-F238E27FC236}">
                      <a16:creationId xmlns:a16="http://schemas.microsoft.com/office/drawing/2014/main" id="{0C230B8C-60A6-29A4-847D-FAEBBFA29F95}"/>
                    </a:ext>
                  </a:extLst>
                </p:cNvPr>
                <p:cNvSpPr/>
                <p:nvPr/>
              </p:nvSpPr>
              <p:spPr>
                <a:xfrm>
                  <a:off x="3292521" y="391787"/>
                  <a:ext cx="25696" cy="25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" h="771" extrusionOk="0">
                      <a:moveTo>
                        <a:pt x="1" y="0"/>
                      </a:moveTo>
                      <a:lnTo>
                        <a:pt x="74" y="37"/>
                      </a:lnTo>
                      <a:lnTo>
                        <a:pt x="147" y="74"/>
                      </a:lnTo>
                      <a:lnTo>
                        <a:pt x="404" y="147"/>
                      </a:lnTo>
                      <a:lnTo>
                        <a:pt x="661" y="221"/>
                      </a:lnTo>
                      <a:lnTo>
                        <a:pt x="331" y="331"/>
                      </a:lnTo>
                      <a:lnTo>
                        <a:pt x="184" y="404"/>
                      </a:lnTo>
                      <a:lnTo>
                        <a:pt x="1" y="477"/>
                      </a:lnTo>
                      <a:lnTo>
                        <a:pt x="147" y="477"/>
                      </a:lnTo>
                      <a:lnTo>
                        <a:pt x="294" y="441"/>
                      </a:lnTo>
                      <a:lnTo>
                        <a:pt x="588" y="367"/>
                      </a:lnTo>
                      <a:lnTo>
                        <a:pt x="478" y="551"/>
                      </a:lnTo>
                      <a:lnTo>
                        <a:pt x="404" y="661"/>
                      </a:lnTo>
                      <a:lnTo>
                        <a:pt x="404" y="771"/>
                      </a:lnTo>
                      <a:lnTo>
                        <a:pt x="588" y="587"/>
                      </a:lnTo>
                      <a:lnTo>
                        <a:pt x="734" y="404"/>
                      </a:lnTo>
                      <a:lnTo>
                        <a:pt x="771" y="257"/>
                      </a:lnTo>
                      <a:lnTo>
                        <a:pt x="771" y="184"/>
                      </a:lnTo>
                      <a:lnTo>
                        <a:pt x="734" y="147"/>
                      </a:lnTo>
                      <a:lnTo>
                        <a:pt x="624" y="74"/>
                      </a:lnTo>
                      <a:lnTo>
                        <a:pt x="294" y="3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" name="Google Shape;23342;p37">
                  <a:extLst>
                    <a:ext uri="{FF2B5EF4-FFF2-40B4-BE49-F238E27FC236}">
                      <a16:creationId xmlns:a16="http://schemas.microsoft.com/office/drawing/2014/main" id="{B435DDE1-61EA-50AC-2F57-4909880D4A88}"/>
                    </a:ext>
                  </a:extLst>
                </p:cNvPr>
                <p:cNvSpPr/>
                <p:nvPr/>
              </p:nvSpPr>
              <p:spPr>
                <a:xfrm>
                  <a:off x="3302307" y="411325"/>
                  <a:ext cx="1232" cy="2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74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0" y="74"/>
                      </a:lnTo>
                      <a:lnTo>
                        <a:pt x="37" y="37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2" name="Google Shape;23343;p37">
              <a:extLst>
                <a:ext uri="{FF2B5EF4-FFF2-40B4-BE49-F238E27FC236}">
                  <a16:creationId xmlns:a16="http://schemas.microsoft.com/office/drawing/2014/main" id="{36D666FA-DD84-F9EF-36BD-46E9D3629004}"/>
                </a:ext>
              </a:extLst>
            </p:cNvPr>
            <p:cNvGrpSpPr/>
            <p:nvPr/>
          </p:nvGrpSpPr>
          <p:grpSpPr>
            <a:xfrm>
              <a:off x="5647329" y="1928781"/>
              <a:ext cx="472706" cy="113537"/>
              <a:chOff x="6949185" y="865254"/>
              <a:chExt cx="576752" cy="138527"/>
            </a:xfrm>
          </p:grpSpPr>
          <p:sp>
            <p:nvSpPr>
              <p:cNvPr id="293" name="Google Shape;23344;p37">
                <a:extLst>
                  <a:ext uri="{FF2B5EF4-FFF2-40B4-BE49-F238E27FC236}">
                    <a16:creationId xmlns:a16="http://schemas.microsoft.com/office/drawing/2014/main" id="{E9FEBDC5-4911-2127-F979-C6B1C1EC532C}"/>
                  </a:ext>
                </a:extLst>
              </p:cNvPr>
              <p:cNvSpPr/>
              <p:nvPr/>
            </p:nvSpPr>
            <p:spPr>
              <a:xfrm>
                <a:off x="6949185" y="865254"/>
                <a:ext cx="576744" cy="138527"/>
              </a:xfrm>
              <a:custGeom>
                <a:avLst/>
                <a:gdLst/>
                <a:ahLst/>
                <a:cxnLst/>
                <a:rect l="l" t="t" r="r" b="b"/>
                <a:pathLst>
                  <a:path w="8256" h="1983" extrusionOk="0">
                    <a:moveTo>
                      <a:pt x="6054" y="1"/>
                    </a:moveTo>
                    <a:lnTo>
                      <a:pt x="5981" y="74"/>
                    </a:lnTo>
                    <a:lnTo>
                      <a:pt x="5908" y="148"/>
                    </a:lnTo>
                    <a:lnTo>
                      <a:pt x="5797" y="184"/>
                    </a:lnTo>
                    <a:lnTo>
                      <a:pt x="5651" y="221"/>
                    </a:lnTo>
                    <a:lnTo>
                      <a:pt x="5467" y="258"/>
                    </a:lnTo>
                    <a:lnTo>
                      <a:pt x="5284" y="221"/>
                    </a:lnTo>
                    <a:lnTo>
                      <a:pt x="5100" y="148"/>
                    </a:lnTo>
                    <a:lnTo>
                      <a:pt x="4990" y="111"/>
                    </a:lnTo>
                    <a:lnTo>
                      <a:pt x="4807" y="111"/>
                    </a:lnTo>
                    <a:lnTo>
                      <a:pt x="4330" y="148"/>
                    </a:lnTo>
                    <a:lnTo>
                      <a:pt x="4183" y="184"/>
                    </a:lnTo>
                    <a:lnTo>
                      <a:pt x="4110" y="258"/>
                    </a:lnTo>
                    <a:lnTo>
                      <a:pt x="3963" y="368"/>
                    </a:lnTo>
                    <a:lnTo>
                      <a:pt x="3779" y="404"/>
                    </a:lnTo>
                    <a:lnTo>
                      <a:pt x="3669" y="404"/>
                    </a:lnTo>
                    <a:lnTo>
                      <a:pt x="3596" y="368"/>
                    </a:lnTo>
                    <a:lnTo>
                      <a:pt x="3486" y="331"/>
                    </a:lnTo>
                    <a:lnTo>
                      <a:pt x="3376" y="331"/>
                    </a:lnTo>
                    <a:lnTo>
                      <a:pt x="3156" y="258"/>
                    </a:lnTo>
                    <a:lnTo>
                      <a:pt x="2495" y="258"/>
                    </a:lnTo>
                    <a:lnTo>
                      <a:pt x="1798" y="294"/>
                    </a:lnTo>
                    <a:lnTo>
                      <a:pt x="1431" y="294"/>
                    </a:lnTo>
                    <a:lnTo>
                      <a:pt x="1064" y="331"/>
                    </a:lnTo>
                    <a:lnTo>
                      <a:pt x="807" y="404"/>
                    </a:lnTo>
                    <a:lnTo>
                      <a:pt x="551" y="478"/>
                    </a:lnTo>
                    <a:lnTo>
                      <a:pt x="367" y="551"/>
                    </a:lnTo>
                    <a:lnTo>
                      <a:pt x="220" y="661"/>
                    </a:lnTo>
                    <a:lnTo>
                      <a:pt x="110" y="771"/>
                    </a:lnTo>
                    <a:lnTo>
                      <a:pt x="37" y="918"/>
                    </a:lnTo>
                    <a:lnTo>
                      <a:pt x="0" y="1065"/>
                    </a:lnTo>
                    <a:lnTo>
                      <a:pt x="37" y="1175"/>
                    </a:lnTo>
                    <a:lnTo>
                      <a:pt x="110" y="1285"/>
                    </a:lnTo>
                    <a:lnTo>
                      <a:pt x="220" y="1395"/>
                    </a:lnTo>
                    <a:lnTo>
                      <a:pt x="514" y="1578"/>
                    </a:lnTo>
                    <a:lnTo>
                      <a:pt x="807" y="1689"/>
                    </a:lnTo>
                    <a:lnTo>
                      <a:pt x="1284" y="1799"/>
                    </a:lnTo>
                    <a:lnTo>
                      <a:pt x="1761" y="1872"/>
                    </a:lnTo>
                    <a:lnTo>
                      <a:pt x="2569" y="1909"/>
                    </a:lnTo>
                    <a:lnTo>
                      <a:pt x="3339" y="1945"/>
                    </a:lnTo>
                    <a:lnTo>
                      <a:pt x="3963" y="1982"/>
                    </a:lnTo>
                    <a:lnTo>
                      <a:pt x="6238" y="1982"/>
                    </a:lnTo>
                    <a:lnTo>
                      <a:pt x="6825" y="1909"/>
                    </a:lnTo>
                    <a:lnTo>
                      <a:pt x="7412" y="1799"/>
                    </a:lnTo>
                    <a:lnTo>
                      <a:pt x="7705" y="1725"/>
                    </a:lnTo>
                    <a:lnTo>
                      <a:pt x="7999" y="1542"/>
                    </a:lnTo>
                    <a:lnTo>
                      <a:pt x="8109" y="1468"/>
                    </a:lnTo>
                    <a:lnTo>
                      <a:pt x="8182" y="1322"/>
                    </a:lnTo>
                    <a:lnTo>
                      <a:pt x="8256" y="1175"/>
                    </a:lnTo>
                    <a:lnTo>
                      <a:pt x="8256" y="1065"/>
                    </a:lnTo>
                    <a:lnTo>
                      <a:pt x="8256" y="918"/>
                    </a:lnTo>
                    <a:lnTo>
                      <a:pt x="8182" y="771"/>
                    </a:lnTo>
                    <a:lnTo>
                      <a:pt x="8109" y="625"/>
                    </a:lnTo>
                    <a:lnTo>
                      <a:pt x="7962" y="478"/>
                    </a:lnTo>
                    <a:lnTo>
                      <a:pt x="7815" y="368"/>
                    </a:lnTo>
                    <a:lnTo>
                      <a:pt x="7632" y="294"/>
                    </a:lnTo>
                    <a:lnTo>
                      <a:pt x="7192" y="111"/>
                    </a:lnTo>
                    <a:lnTo>
                      <a:pt x="6678" y="37"/>
                    </a:lnTo>
                    <a:lnTo>
                      <a:pt x="6164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4" name="Google Shape;23345;p37">
                <a:extLst>
                  <a:ext uri="{FF2B5EF4-FFF2-40B4-BE49-F238E27FC236}">
                    <a16:creationId xmlns:a16="http://schemas.microsoft.com/office/drawing/2014/main" id="{7F081F22-874B-8132-FDDD-D39A58C7AB28}"/>
                  </a:ext>
                </a:extLst>
              </p:cNvPr>
              <p:cNvGrpSpPr/>
              <p:nvPr/>
            </p:nvGrpSpPr>
            <p:grpSpPr>
              <a:xfrm>
                <a:off x="6949185" y="865289"/>
                <a:ext cx="576752" cy="138460"/>
                <a:chOff x="3645474" y="333172"/>
                <a:chExt cx="274801" cy="65971"/>
              </a:xfrm>
            </p:grpSpPr>
            <p:sp>
              <p:nvSpPr>
                <p:cNvPr id="295" name="Google Shape;23346;p37">
                  <a:extLst>
                    <a:ext uri="{FF2B5EF4-FFF2-40B4-BE49-F238E27FC236}">
                      <a16:creationId xmlns:a16="http://schemas.microsoft.com/office/drawing/2014/main" id="{D28B5E19-3242-CCCF-ABE5-16D858E9F3C4}"/>
                    </a:ext>
                  </a:extLst>
                </p:cNvPr>
                <p:cNvSpPr/>
                <p:nvPr/>
              </p:nvSpPr>
              <p:spPr>
                <a:xfrm>
                  <a:off x="3645474" y="333172"/>
                  <a:ext cx="274801" cy="65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6" h="1982" extrusionOk="0">
                      <a:moveTo>
                        <a:pt x="6054" y="0"/>
                      </a:moveTo>
                      <a:lnTo>
                        <a:pt x="5981" y="74"/>
                      </a:lnTo>
                      <a:lnTo>
                        <a:pt x="5908" y="147"/>
                      </a:lnTo>
                      <a:lnTo>
                        <a:pt x="5797" y="184"/>
                      </a:lnTo>
                      <a:lnTo>
                        <a:pt x="5614" y="220"/>
                      </a:lnTo>
                      <a:lnTo>
                        <a:pt x="5431" y="257"/>
                      </a:lnTo>
                      <a:lnTo>
                        <a:pt x="5284" y="220"/>
                      </a:lnTo>
                      <a:lnTo>
                        <a:pt x="5100" y="147"/>
                      </a:lnTo>
                      <a:lnTo>
                        <a:pt x="4954" y="110"/>
                      </a:lnTo>
                      <a:lnTo>
                        <a:pt x="4807" y="110"/>
                      </a:lnTo>
                      <a:lnTo>
                        <a:pt x="4330" y="147"/>
                      </a:lnTo>
                      <a:lnTo>
                        <a:pt x="4183" y="184"/>
                      </a:lnTo>
                      <a:lnTo>
                        <a:pt x="4110" y="257"/>
                      </a:lnTo>
                      <a:lnTo>
                        <a:pt x="4000" y="330"/>
                      </a:lnTo>
                      <a:lnTo>
                        <a:pt x="3890" y="404"/>
                      </a:lnTo>
                      <a:lnTo>
                        <a:pt x="3669" y="404"/>
                      </a:lnTo>
                      <a:lnTo>
                        <a:pt x="3376" y="330"/>
                      </a:lnTo>
                      <a:lnTo>
                        <a:pt x="3156" y="257"/>
                      </a:lnTo>
                      <a:lnTo>
                        <a:pt x="2715" y="257"/>
                      </a:lnTo>
                      <a:lnTo>
                        <a:pt x="1798" y="294"/>
                      </a:lnTo>
                      <a:lnTo>
                        <a:pt x="1431" y="294"/>
                      </a:lnTo>
                      <a:lnTo>
                        <a:pt x="1064" y="330"/>
                      </a:lnTo>
                      <a:lnTo>
                        <a:pt x="807" y="404"/>
                      </a:lnTo>
                      <a:lnTo>
                        <a:pt x="551" y="477"/>
                      </a:lnTo>
                      <a:lnTo>
                        <a:pt x="367" y="551"/>
                      </a:lnTo>
                      <a:lnTo>
                        <a:pt x="220" y="661"/>
                      </a:lnTo>
                      <a:lnTo>
                        <a:pt x="110" y="771"/>
                      </a:lnTo>
                      <a:lnTo>
                        <a:pt x="37" y="917"/>
                      </a:lnTo>
                      <a:lnTo>
                        <a:pt x="0" y="1064"/>
                      </a:lnTo>
                      <a:lnTo>
                        <a:pt x="37" y="1174"/>
                      </a:lnTo>
                      <a:lnTo>
                        <a:pt x="110" y="1284"/>
                      </a:lnTo>
                      <a:lnTo>
                        <a:pt x="220" y="1394"/>
                      </a:lnTo>
                      <a:lnTo>
                        <a:pt x="514" y="1578"/>
                      </a:lnTo>
                      <a:lnTo>
                        <a:pt x="807" y="1688"/>
                      </a:lnTo>
                      <a:lnTo>
                        <a:pt x="1284" y="1798"/>
                      </a:lnTo>
                      <a:lnTo>
                        <a:pt x="1761" y="1871"/>
                      </a:lnTo>
                      <a:lnTo>
                        <a:pt x="2569" y="1908"/>
                      </a:lnTo>
                      <a:lnTo>
                        <a:pt x="3339" y="1945"/>
                      </a:lnTo>
                      <a:lnTo>
                        <a:pt x="3963" y="1982"/>
                      </a:lnTo>
                      <a:lnTo>
                        <a:pt x="6238" y="1982"/>
                      </a:lnTo>
                      <a:lnTo>
                        <a:pt x="6825" y="1908"/>
                      </a:lnTo>
                      <a:lnTo>
                        <a:pt x="7412" y="1798"/>
                      </a:lnTo>
                      <a:lnTo>
                        <a:pt x="7705" y="1725"/>
                      </a:lnTo>
                      <a:lnTo>
                        <a:pt x="7999" y="1541"/>
                      </a:lnTo>
                      <a:lnTo>
                        <a:pt x="8109" y="1468"/>
                      </a:lnTo>
                      <a:lnTo>
                        <a:pt x="8182" y="1321"/>
                      </a:lnTo>
                      <a:lnTo>
                        <a:pt x="8256" y="1174"/>
                      </a:lnTo>
                      <a:lnTo>
                        <a:pt x="8256" y="1064"/>
                      </a:lnTo>
                      <a:lnTo>
                        <a:pt x="8256" y="917"/>
                      </a:lnTo>
                      <a:lnTo>
                        <a:pt x="8182" y="771"/>
                      </a:lnTo>
                      <a:lnTo>
                        <a:pt x="8109" y="624"/>
                      </a:lnTo>
                      <a:lnTo>
                        <a:pt x="7962" y="477"/>
                      </a:lnTo>
                      <a:lnTo>
                        <a:pt x="7815" y="367"/>
                      </a:lnTo>
                      <a:lnTo>
                        <a:pt x="7632" y="294"/>
                      </a:lnTo>
                      <a:lnTo>
                        <a:pt x="7192" y="110"/>
                      </a:lnTo>
                      <a:lnTo>
                        <a:pt x="6678" y="37"/>
                      </a:lnTo>
                      <a:lnTo>
                        <a:pt x="616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3347;p37">
                  <a:extLst>
                    <a:ext uri="{FF2B5EF4-FFF2-40B4-BE49-F238E27FC236}">
                      <a16:creationId xmlns:a16="http://schemas.microsoft.com/office/drawing/2014/main" id="{A30462B9-0E74-FFB9-0495-EB2E585253FF}"/>
                    </a:ext>
                  </a:extLst>
                </p:cNvPr>
                <p:cNvSpPr/>
                <p:nvPr/>
              </p:nvSpPr>
              <p:spPr>
                <a:xfrm>
                  <a:off x="3757810" y="339263"/>
                  <a:ext cx="58681" cy="52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3" h="1579" extrusionOk="0">
                      <a:moveTo>
                        <a:pt x="845" y="1"/>
                      </a:moveTo>
                      <a:lnTo>
                        <a:pt x="845" y="74"/>
                      </a:lnTo>
                      <a:lnTo>
                        <a:pt x="918" y="147"/>
                      </a:lnTo>
                      <a:lnTo>
                        <a:pt x="1138" y="404"/>
                      </a:lnTo>
                      <a:lnTo>
                        <a:pt x="1358" y="661"/>
                      </a:lnTo>
                      <a:lnTo>
                        <a:pt x="1505" y="991"/>
                      </a:lnTo>
                      <a:lnTo>
                        <a:pt x="1615" y="1285"/>
                      </a:lnTo>
                      <a:lnTo>
                        <a:pt x="1615" y="1358"/>
                      </a:lnTo>
                      <a:lnTo>
                        <a:pt x="1579" y="1322"/>
                      </a:lnTo>
                      <a:lnTo>
                        <a:pt x="1505" y="1248"/>
                      </a:lnTo>
                      <a:lnTo>
                        <a:pt x="1138" y="845"/>
                      </a:lnTo>
                      <a:lnTo>
                        <a:pt x="735" y="514"/>
                      </a:lnTo>
                      <a:lnTo>
                        <a:pt x="441" y="331"/>
                      </a:lnTo>
                      <a:lnTo>
                        <a:pt x="111" y="147"/>
                      </a:lnTo>
                      <a:lnTo>
                        <a:pt x="1" y="147"/>
                      </a:lnTo>
                      <a:lnTo>
                        <a:pt x="258" y="331"/>
                      </a:lnTo>
                      <a:lnTo>
                        <a:pt x="588" y="514"/>
                      </a:lnTo>
                      <a:lnTo>
                        <a:pt x="881" y="771"/>
                      </a:lnTo>
                      <a:lnTo>
                        <a:pt x="1175" y="1065"/>
                      </a:lnTo>
                      <a:lnTo>
                        <a:pt x="1432" y="1358"/>
                      </a:lnTo>
                      <a:lnTo>
                        <a:pt x="1542" y="1505"/>
                      </a:lnTo>
                      <a:lnTo>
                        <a:pt x="1652" y="1578"/>
                      </a:lnTo>
                      <a:lnTo>
                        <a:pt x="1689" y="1578"/>
                      </a:lnTo>
                      <a:lnTo>
                        <a:pt x="1725" y="1542"/>
                      </a:lnTo>
                      <a:lnTo>
                        <a:pt x="1762" y="1468"/>
                      </a:lnTo>
                      <a:lnTo>
                        <a:pt x="1725" y="1358"/>
                      </a:lnTo>
                      <a:lnTo>
                        <a:pt x="1652" y="1101"/>
                      </a:lnTo>
                      <a:lnTo>
                        <a:pt x="1542" y="808"/>
                      </a:lnTo>
                      <a:lnTo>
                        <a:pt x="1395" y="551"/>
                      </a:lnTo>
                      <a:lnTo>
                        <a:pt x="1212" y="294"/>
                      </a:lnTo>
                      <a:lnTo>
                        <a:pt x="1065" y="147"/>
                      </a:lnTo>
                      <a:lnTo>
                        <a:pt x="8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3348;p37">
                  <a:extLst>
                    <a:ext uri="{FF2B5EF4-FFF2-40B4-BE49-F238E27FC236}">
                      <a16:creationId xmlns:a16="http://schemas.microsoft.com/office/drawing/2014/main" id="{35D58427-CC93-7E03-D530-EC7B6B991F8E}"/>
                    </a:ext>
                  </a:extLst>
                </p:cNvPr>
                <p:cNvSpPr/>
                <p:nvPr/>
              </p:nvSpPr>
              <p:spPr>
                <a:xfrm>
                  <a:off x="3811565" y="338032"/>
                  <a:ext cx="58648" cy="452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2" h="1359" extrusionOk="0">
                      <a:moveTo>
                        <a:pt x="918" y="1"/>
                      </a:moveTo>
                      <a:lnTo>
                        <a:pt x="881" y="74"/>
                      </a:lnTo>
                      <a:lnTo>
                        <a:pt x="1101" y="294"/>
                      </a:lnTo>
                      <a:lnTo>
                        <a:pt x="1321" y="515"/>
                      </a:lnTo>
                      <a:lnTo>
                        <a:pt x="1505" y="845"/>
                      </a:lnTo>
                      <a:lnTo>
                        <a:pt x="1541" y="992"/>
                      </a:lnTo>
                      <a:lnTo>
                        <a:pt x="1578" y="1102"/>
                      </a:lnTo>
                      <a:lnTo>
                        <a:pt x="1541" y="1065"/>
                      </a:lnTo>
                      <a:lnTo>
                        <a:pt x="1321" y="845"/>
                      </a:lnTo>
                      <a:lnTo>
                        <a:pt x="1064" y="625"/>
                      </a:lnTo>
                      <a:lnTo>
                        <a:pt x="807" y="405"/>
                      </a:lnTo>
                      <a:lnTo>
                        <a:pt x="514" y="258"/>
                      </a:lnTo>
                      <a:lnTo>
                        <a:pt x="220" y="111"/>
                      </a:lnTo>
                      <a:lnTo>
                        <a:pt x="37" y="38"/>
                      </a:lnTo>
                      <a:lnTo>
                        <a:pt x="0" y="38"/>
                      </a:lnTo>
                      <a:lnTo>
                        <a:pt x="0" y="74"/>
                      </a:lnTo>
                      <a:lnTo>
                        <a:pt x="257" y="221"/>
                      </a:lnTo>
                      <a:lnTo>
                        <a:pt x="734" y="478"/>
                      </a:lnTo>
                      <a:lnTo>
                        <a:pt x="1028" y="735"/>
                      </a:lnTo>
                      <a:lnTo>
                        <a:pt x="1284" y="992"/>
                      </a:lnTo>
                      <a:lnTo>
                        <a:pt x="1541" y="1285"/>
                      </a:lnTo>
                      <a:lnTo>
                        <a:pt x="1651" y="1359"/>
                      </a:lnTo>
                      <a:lnTo>
                        <a:pt x="1725" y="1359"/>
                      </a:lnTo>
                      <a:lnTo>
                        <a:pt x="1761" y="1322"/>
                      </a:lnTo>
                      <a:lnTo>
                        <a:pt x="1761" y="1212"/>
                      </a:lnTo>
                      <a:lnTo>
                        <a:pt x="1578" y="771"/>
                      </a:lnTo>
                      <a:lnTo>
                        <a:pt x="1431" y="551"/>
                      </a:lnTo>
                      <a:lnTo>
                        <a:pt x="1321" y="368"/>
                      </a:lnTo>
                      <a:lnTo>
                        <a:pt x="1138" y="184"/>
                      </a:lnTo>
                      <a:lnTo>
                        <a:pt x="954" y="38"/>
                      </a:lnTo>
                      <a:lnTo>
                        <a:pt x="91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" name="Google Shape;23349;p37">
                  <a:extLst>
                    <a:ext uri="{FF2B5EF4-FFF2-40B4-BE49-F238E27FC236}">
                      <a16:creationId xmlns:a16="http://schemas.microsoft.com/office/drawing/2014/main" id="{11BAAC24-DF22-DC89-41DF-0C2E3E0B0DFD}"/>
                    </a:ext>
                  </a:extLst>
                </p:cNvPr>
                <p:cNvSpPr/>
                <p:nvPr/>
              </p:nvSpPr>
              <p:spPr>
                <a:xfrm>
                  <a:off x="3704088" y="341726"/>
                  <a:ext cx="54987" cy="45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" h="1358" extrusionOk="0">
                      <a:moveTo>
                        <a:pt x="734" y="0"/>
                      </a:moveTo>
                      <a:lnTo>
                        <a:pt x="771" y="73"/>
                      </a:lnTo>
                      <a:lnTo>
                        <a:pt x="991" y="220"/>
                      </a:lnTo>
                      <a:lnTo>
                        <a:pt x="1138" y="367"/>
                      </a:lnTo>
                      <a:lnTo>
                        <a:pt x="1248" y="550"/>
                      </a:lnTo>
                      <a:lnTo>
                        <a:pt x="1468" y="881"/>
                      </a:lnTo>
                      <a:lnTo>
                        <a:pt x="1541" y="991"/>
                      </a:lnTo>
                      <a:lnTo>
                        <a:pt x="1578" y="1174"/>
                      </a:lnTo>
                      <a:lnTo>
                        <a:pt x="1541" y="1211"/>
                      </a:lnTo>
                      <a:lnTo>
                        <a:pt x="1321" y="917"/>
                      </a:lnTo>
                      <a:lnTo>
                        <a:pt x="1064" y="660"/>
                      </a:lnTo>
                      <a:lnTo>
                        <a:pt x="808" y="440"/>
                      </a:lnTo>
                      <a:lnTo>
                        <a:pt x="551" y="257"/>
                      </a:lnTo>
                      <a:lnTo>
                        <a:pt x="221" y="110"/>
                      </a:lnTo>
                      <a:lnTo>
                        <a:pt x="111" y="73"/>
                      </a:lnTo>
                      <a:lnTo>
                        <a:pt x="0" y="37"/>
                      </a:lnTo>
                      <a:lnTo>
                        <a:pt x="37" y="110"/>
                      </a:lnTo>
                      <a:lnTo>
                        <a:pt x="74" y="110"/>
                      </a:lnTo>
                      <a:lnTo>
                        <a:pt x="367" y="257"/>
                      </a:lnTo>
                      <a:lnTo>
                        <a:pt x="661" y="440"/>
                      </a:lnTo>
                      <a:lnTo>
                        <a:pt x="1028" y="771"/>
                      </a:lnTo>
                      <a:lnTo>
                        <a:pt x="1358" y="1137"/>
                      </a:lnTo>
                      <a:lnTo>
                        <a:pt x="1505" y="1321"/>
                      </a:lnTo>
                      <a:lnTo>
                        <a:pt x="1541" y="1358"/>
                      </a:lnTo>
                      <a:lnTo>
                        <a:pt x="1578" y="1358"/>
                      </a:lnTo>
                      <a:lnTo>
                        <a:pt x="1652" y="1321"/>
                      </a:lnTo>
                      <a:lnTo>
                        <a:pt x="1652" y="1284"/>
                      </a:lnTo>
                      <a:lnTo>
                        <a:pt x="1652" y="1174"/>
                      </a:lnTo>
                      <a:lnTo>
                        <a:pt x="1578" y="954"/>
                      </a:lnTo>
                      <a:lnTo>
                        <a:pt x="1468" y="734"/>
                      </a:lnTo>
                      <a:lnTo>
                        <a:pt x="1358" y="514"/>
                      </a:lnTo>
                      <a:lnTo>
                        <a:pt x="1211" y="330"/>
                      </a:lnTo>
                      <a:lnTo>
                        <a:pt x="1028" y="147"/>
                      </a:lnTo>
                      <a:lnTo>
                        <a:pt x="918" y="73"/>
                      </a:lnTo>
                      <a:lnTo>
                        <a:pt x="77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" name="Google Shape;23350;p37">
                  <a:extLst>
                    <a:ext uri="{FF2B5EF4-FFF2-40B4-BE49-F238E27FC236}">
                      <a16:creationId xmlns:a16="http://schemas.microsoft.com/office/drawing/2014/main" id="{32247258-173D-0BAA-1571-D48E7267117F}"/>
                    </a:ext>
                  </a:extLst>
                </p:cNvPr>
                <p:cNvSpPr/>
                <p:nvPr/>
              </p:nvSpPr>
              <p:spPr>
                <a:xfrm>
                  <a:off x="3894611" y="375910"/>
                  <a:ext cx="12249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148" extrusionOk="0">
                      <a:moveTo>
                        <a:pt x="294" y="0"/>
                      </a:moveTo>
                      <a:lnTo>
                        <a:pt x="0" y="74"/>
                      </a:lnTo>
                      <a:lnTo>
                        <a:pt x="0" y="110"/>
                      </a:lnTo>
                      <a:lnTo>
                        <a:pt x="37" y="147"/>
                      </a:lnTo>
                      <a:lnTo>
                        <a:pt x="184" y="147"/>
                      </a:lnTo>
                      <a:lnTo>
                        <a:pt x="330" y="74"/>
                      </a:lnTo>
                      <a:lnTo>
                        <a:pt x="367" y="74"/>
                      </a:lnTo>
                      <a:lnTo>
                        <a:pt x="367" y="37"/>
                      </a:lnTo>
                      <a:lnTo>
                        <a:pt x="33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" name="Google Shape;23351;p37">
                  <a:extLst>
                    <a:ext uri="{FF2B5EF4-FFF2-40B4-BE49-F238E27FC236}">
                      <a16:creationId xmlns:a16="http://schemas.microsoft.com/office/drawing/2014/main" id="{73B16C20-1372-EF64-5C0C-E5834441A646}"/>
                    </a:ext>
                  </a:extLst>
                </p:cNvPr>
                <p:cNvSpPr/>
                <p:nvPr/>
              </p:nvSpPr>
              <p:spPr>
                <a:xfrm>
                  <a:off x="3663780" y="367356"/>
                  <a:ext cx="12249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184" extrusionOk="0">
                      <a:moveTo>
                        <a:pt x="294" y="1"/>
                      </a:moveTo>
                      <a:lnTo>
                        <a:pt x="1" y="111"/>
                      </a:lnTo>
                      <a:lnTo>
                        <a:pt x="1" y="147"/>
                      </a:lnTo>
                      <a:lnTo>
                        <a:pt x="1" y="184"/>
                      </a:lnTo>
                      <a:lnTo>
                        <a:pt x="74" y="184"/>
                      </a:lnTo>
                      <a:lnTo>
                        <a:pt x="221" y="147"/>
                      </a:lnTo>
                      <a:lnTo>
                        <a:pt x="331" y="74"/>
                      </a:lnTo>
                      <a:lnTo>
                        <a:pt x="368" y="37"/>
                      </a:lnTo>
                      <a:lnTo>
                        <a:pt x="36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" name="Google Shape;23352;p37">
                  <a:extLst>
                    <a:ext uri="{FF2B5EF4-FFF2-40B4-BE49-F238E27FC236}">
                      <a16:creationId xmlns:a16="http://schemas.microsoft.com/office/drawing/2014/main" id="{A782AE30-B97F-2ED8-9428-BCB505C769CD}"/>
                    </a:ext>
                  </a:extLst>
                </p:cNvPr>
                <p:cNvSpPr/>
                <p:nvPr/>
              </p:nvSpPr>
              <p:spPr>
                <a:xfrm>
                  <a:off x="3897040" y="366124"/>
                  <a:ext cx="12249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111" extrusionOk="0">
                      <a:moveTo>
                        <a:pt x="294" y="1"/>
                      </a:moveTo>
                      <a:lnTo>
                        <a:pt x="37" y="38"/>
                      </a:lnTo>
                      <a:lnTo>
                        <a:pt x="1" y="74"/>
                      </a:lnTo>
                      <a:lnTo>
                        <a:pt x="37" y="111"/>
                      </a:lnTo>
                      <a:lnTo>
                        <a:pt x="368" y="111"/>
                      </a:lnTo>
                      <a:lnTo>
                        <a:pt x="331" y="38"/>
                      </a:lnTo>
                      <a:lnTo>
                        <a:pt x="294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" name="Google Shape;23353;p37">
                  <a:extLst>
                    <a:ext uri="{FF2B5EF4-FFF2-40B4-BE49-F238E27FC236}">
                      <a16:creationId xmlns:a16="http://schemas.microsoft.com/office/drawing/2014/main" id="{FCAD2D3B-F545-1408-029E-240FAF6C5F76}"/>
                    </a:ext>
                  </a:extLst>
                </p:cNvPr>
                <p:cNvSpPr/>
                <p:nvPr/>
              </p:nvSpPr>
              <p:spPr>
                <a:xfrm>
                  <a:off x="3895809" y="360033"/>
                  <a:ext cx="12249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" h="111" extrusionOk="0">
                      <a:moveTo>
                        <a:pt x="184" y="0"/>
                      </a:moveTo>
                      <a:lnTo>
                        <a:pt x="38" y="37"/>
                      </a:lnTo>
                      <a:lnTo>
                        <a:pt x="1" y="74"/>
                      </a:lnTo>
                      <a:lnTo>
                        <a:pt x="38" y="110"/>
                      </a:lnTo>
                      <a:lnTo>
                        <a:pt x="74" y="110"/>
                      </a:lnTo>
                      <a:lnTo>
                        <a:pt x="331" y="74"/>
                      </a:lnTo>
                      <a:lnTo>
                        <a:pt x="368" y="37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23354;p37">
                  <a:extLst>
                    <a:ext uri="{FF2B5EF4-FFF2-40B4-BE49-F238E27FC236}">
                      <a16:creationId xmlns:a16="http://schemas.microsoft.com/office/drawing/2014/main" id="{1B1C63B9-3A25-A6A0-506A-F6A1A00B5C76}"/>
                    </a:ext>
                  </a:extLst>
                </p:cNvPr>
                <p:cNvSpPr/>
                <p:nvPr/>
              </p:nvSpPr>
              <p:spPr>
                <a:xfrm>
                  <a:off x="3671103" y="374678"/>
                  <a:ext cx="13480" cy="2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75" extrusionOk="0">
                      <a:moveTo>
                        <a:pt x="184" y="1"/>
                      </a:moveTo>
                      <a:lnTo>
                        <a:pt x="1" y="37"/>
                      </a:lnTo>
                      <a:lnTo>
                        <a:pt x="37" y="74"/>
                      </a:lnTo>
                      <a:lnTo>
                        <a:pt x="404" y="74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23355;p37">
                  <a:extLst>
                    <a:ext uri="{FF2B5EF4-FFF2-40B4-BE49-F238E27FC236}">
                      <a16:creationId xmlns:a16="http://schemas.microsoft.com/office/drawing/2014/main" id="{7FFE8C74-8D41-6DD4-FB12-F3CD61CCB6FA}"/>
                    </a:ext>
                  </a:extLst>
                </p:cNvPr>
                <p:cNvSpPr/>
                <p:nvPr/>
              </p:nvSpPr>
              <p:spPr>
                <a:xfrm>
                  <a:off x="3651565" y="346586"/>
                  <a:ext cx="69666" cy="26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" h="808" extrusionOk="0">
                      <a:moveTo>
                        <a:pt x="1689" y="1"/>
                      </a:moveTo>
                      <a:lnTo>
                        <a:pt x="1212" y="37"/>
                      </a:lnTo>
                      <a:lnTo>
                        <a:pt x="845" y="74"/>
                      </a:lnTo>
                      <a:lnTo>
                        <a:pt x="514" y="148"/>
                      </a:lnTo>
                      <a:lnTo>
                        <a:pt x="294" y="258"/>
                      </a:lnTo>
                      <a:lnTo>
                        <a:pt x="111" y="441"/>
                      </a:lnTo>
                      <a:lnTo>
                        <a:pt x="37" y="551"/>
                      </a:lnTo>
                      <a:lnTo>
                        <a:pt x="1" y="661"/>
                      </a:lnTo>
                      <a:lnTo>
                        <a:pt x="1" y="771"/>
                      </a:lnTo>
                      <a:lnTo>
                        <a:pt x="37" y="771"/>
                      </a:lnTo>
                      <a:lnTo>
                        <a:pt x="111" y="808"/>
                      </a:lnTo>
                      <a:lnTo>
                        <a:pt x="147" y="735"/>
                      </a:lnTo>
                      <a:lnTo>
                        <a:pt x="221" y="625"/>
                      </a:lnTo>
                      <a:lnTo>
                        <a:pt x="294" y="551"/>
                      </a:lnTo>
                      <a:lnTo>
                        <a:pt x="441" y="514"/>
                      </a:lnTo>
                      <a:lnTo>
                        <a:pt x="661" y="441"/>
                      </a:lnTo>
                      <a:lnTo>
                        <a:pt x="661" y="404"/>
                      </a:lnTo>
                      <a:lnTo>
                        <a:pt x="624" y="331"/>
                      </a:lnTo>
                      <a:lnTo>
                        <a:pt x="661" y="368"/>
                      </a:lnTo>
                      <a:lnTo>
                        <a:pt x="698" y="368"/>
                      </a:lnTo>
                      <a:lnTo>
                        <a:pt x="1175" y="258"/>
                      </a:lnTo>
                      <a:lnTo>
                        <a:pt x="1652" y="221"/>
                      </a:lnTo>
                      <a:lnTo>
                        <a:pt x="2092" y="184"/>
                      </a:lnTo>
                      <a:lnTo>
                        <a:pt x="1689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23356;p37">
                  <a:extLst>
                    <a:ext uri="{FF2B5EF4-FFF2-40B4-BE49-F238E27FC236}">
                      <a16:creationId xmlns:a16="http://schemas.microsoft.com/office/drawing/2014/main" id="{C936EF41-8293-3BA1-0571-E9540858DA09}"/>
                    </a:ext>
                  </a:extLst>
                </p:cNvPr>
                <p:cNvSpPr/>
                <p:nvPr/>
              </p:nvSpPr>
              <p:spPr>
                <a:xfrm>
                  <a:off x="3738272" y="347817"/>
                  <a:ext cx="23233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" h="148" extrusionOk="0">
                      <a:moveTo>
                        <a:pt x="1" y="0"/>
                      </a:moveTo>
                      <a:lnTo>
                        <a:pt x="184" y="147"/>
                      </a:lnTo>
                      <a:lnTo>
                        <a:pt x="698" y="147"/>
                      </a:lnTo>
                      <a:lnTo>
                        <a:pt x="698" y="111"/>
                      </a:lnTo>
                      <a:lnTo>
                        <a:pt x="661" y="37"/>
                      </a:lnTo>
                      <a:lnTo>
                        <a:pt x="588" y="37"/>
                      </a:lnTo>
                      <a:lnTo>
                        <a:pt x="258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23357;p37">
                  <a:extLst>
                    <a:ext uri="{FF2B5EF4-FFF2-40B4-BE49-F238E27FC236}">
                      <a16:creationId xmlns:a16="http://schemas.microsoft.com/office/drawing/2014/main" id="{C34F0D50-ED3E-A289-3AB1-95CE356DA077}"/>
                    </a:ext>
                  </a:extLst>
                </p:cNvPr>
                <p:cNvSpPr/>
                <p:nvPr/>
              </p:nvSpPr>
              <p:spPr>
                <a:xfrm>
                  <a:off x="3715072" y="346586"/>
                  <a:ext cx="25696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" h="185" extrusionOk="0">
                      <a:moveTo>
                        <a:pt x="1" y="1"/>
                      </a:moveTo>
                      <a:lnTo>
                        <a:pt x="331" y="184"/>
                      </a:lnTo>
                      <a:lnTo>
                        <a:pt x="771" y="184"/>
                      </a:lnTo>
                      <a:lnTo>
                        <a:pt x="661" y="74"/>
                      </a:lnTo>
                      <a:lnTo>
                        <a:pt x="588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23358;p37">
                  <a:extLst>
                    <a:ext uri="{FF2B5EF4-FFF2-40B4-BE49-F238E27FC236}">
                      <a16:creationId xmlns:a16="http://schemas.microsoft.com/office/drawing/2014/main" id="{8AAADE6F-E879-46E9-9AAD-7F22C98B629D}"/>
                    </a:ext>
                  </a:extLst>
                </p:cNvPr>
                <p:cNvSpPr/>
                <p:nvPr/>
              </p:nvSpPr>
              <p:spPr>
                <a:xfrm>
                  <a:off x="3707750" y="346586"/>
                  <a:ext cx="36680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" h="185" extrusionOk="0">
                      <a:moveTo>
                        <a:pt x="1" y="1"/>
                      </a:moveTo>
                      <a:lnTo>
                        <a:pt x="404" y="184"/>
                      </a:lnTo>
                      <a:lnTo>
                        <a:pt x="551" y="184"/>
                      </a:lnTo>
                      <a:lnTo>
                        <a:pt x="221" y="1"/>
                      </a:lnTo>
                      <a:close/>
                      <a:moveTo>
                        <a:pt x="808" y="1"/>
                      </a:moveTo>
                      <a:lnTo>
                        <a:pt x="881" y="74"/>
                      </a:lnTo>
                      <a:lnTo>
                        <a:pt x="991" y="184"/>
                      </a:lnTo>
                      <a:lnTo>
                        <a:pt x="1101" y="184"/>
                      </a:lnTo>
                      <a:lnTo>
                        <a:pt x="918" y="37"/>
                      </a:lnTo>
                      <a:lnTo>
                        <a:pt x="808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23359;p37">
                  <a:extLst>
                    <a:ext uri="{FF2B5EF4-FFF2-40B4-BE49-F238E27FC236}">
                      <a16:creationId xmlns:a16="http://schemas.microsoft.com/office/drawing/2014/main" id="{1ACE35CE-A760-C176-8813-123E726AFA2D}"/>
                    </a:ext>
                  </a:extLst>
                </p:cNvPr>
                <p:cNvSpPr/>
                <p:nvPr/>
              </p:nvSpPr>
              <p:spPr>
                <a:xfrm>
                  <a:off x="3850641" y="336833"/>
                  <a:ext cx="67202" cy="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955" extrusionOk="0">
                      <a:moveTo>
                        <a:pt x="37" y="0"/>
                      </a:moveTo>
                      <a:lnTo>
                        <a:pt x="0" y="37"/>
                      </a:lnTo>
                      <a:lnTo>
                        <a:pt x="37" y="147"/>
                      </a:lnTo>
                      <a:lnTo>
                        <a:pt x="147" y="184"/>
                      </a:lnTo>
                      <a:lnTo>
                        <a:pt x="184" y="220"/>
                      </a:lnTo>
                      <a:lnTo>
                        <a:pt x="954" y="330"/>
                      </a:lnTo>
                      <a:lnTo>
                        <a:pt x="1285" y="404"/>
                      </a:lnTo>
                      <a:lnTo>
                        <a:pt x="1431" y="441"/>
                      </a:lnTo>
                      <a:lnTo>
                        <a:pt x="1578" y="514"/>
                      </a:lnTo>
                      <a:lnTo>
                        <a:pt x="1725" y="624"/>
                      </a:lnTo>
                      <a:lnTo>
                        <a:pt x="1835" y="734"/>
                      </a:lnTo>
                      <a:lnTo>
                        <a:pt x="1945" y="881"/>
                      </a:lnTo>
                      <a:lnTo>
                        <a:pt x="2018" y="954"/>
                      </a:lnTo>
                      <a:lnTo>
                        <a:pt x="2018" y="844"/>
                      </a:lnTo>
                      <a:lnTo>
                        <a:pt x="1982" y="807"/>
                      </a:lnTo>
                      <a:lnTo>
                        <a:pt x="1872" y="624"/>
                      </a:lnTo>
                      <a:lnTo>
                        <a:pt x="1725" y="477"/>
                      </a:lnTo>
                      <a:lnTo>
                        <a:pt x="1578" y="330"/>
                      </a:lnTo>
                      <a:lnTo>
                        <a:pt x="1358" y="220"/>
                      </a:lnTo>
                      <a:lnTo>
                        <a:pt x="1101" y="147"/>
                      </a:lnTo>
                      <a:lnTo>
                        <a:pt x="808" y="37"/>
                      </a:lnTo>
                      <a:lnTo>
                        <a:pt x="477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23360;p37">
                  <a:extLst>
                    <a:ext uri="{FF2B5EF4-FFF2-40B4-BE49-F238E27FC236}">
                      <a16:creationId xmlns:a16="http://schemas.microsoft.com/office/drawing/2014/main" id="{DDCC71AA-2750-BFC8-C24E-1A23D4FF4E12}"/>
                    </a:ext>
                  </a:extLst>
                </p:cNvPr>
                <p:cNvSpPr/>
                <p:nvPr/>
              </p:nvSpPr>
              <p:spPr>
                <a:xfrm>
                  <a:off x="3790795" y="340495"/>
                  <a:ext cx="22001" cy="4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" h="148" extrusionOk="0">
                      <a:moveTo>
                        <a:pt x="37" y="0"/>
                      </a:moveTo>
                      <a:lnTo>
                        <a:pt x="1" y="37"/>
                      </a:lnTo>
                      <a:lnTo>
                        <a:pt x="111" y="147"/>
                      </a:lnTo>
                      <a:lnTo>
                        <a:pt x="624" y="74"/>
                      </a:lnTo>
                      <a:lnTo>
                        <a:pt x="661" y="74"/>
                      </a:lnTo>
                      <a:lnTo>
                        <a:pt x="661" y="0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23361;p37">
                  <a:extLst>
                    <a:ext uri="{FF2B5EF4-FFF2-40B4-BE49-F238E27FC236}">
                      <a16:creationId xmlns:a16="http://schemas.microsoft.com/office/drawing/2014/main" id="{C6F56E8E-EDD9-10BA-1A66-61B95FD0DD23}"/>
                    </a:ext>
                  </a:extLst>
                </p:cNvPr>
                <p:cNvSpPr/>
                <p:nvPr/>
              </p:nvSpPr>
              <p:spPr>
                <a:xfrm>
                  <a:off x="3790795" y="341726"/>
                  <a:ext cx="3695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11" extrusionOk="0">
                      <a:moveTo>
                        <a:pt x="1" y="0"/>
                      </a:moveTo>
                      <a:lnTo>
                        <a:pt x="1" y="37"/>
                      </a:lnTo>
                      <a:lnTo>
                        <a:pt x="37" y="73"/>
                      </a:lnTo>
                      <a:lnTo>
                        <a:pt x="74" y="110"/>
                      </a:lnTo>
                      <a:lnTo>
                        <a:pt x="111" y="11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FD68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23362;p37">
                  <a:extLst>
                    <a:ext uri="{FF2B5EF4-FFF2-40B4-BE49-F238E27FC236}">
                      <a16:creationId xmlns:a16="http://schemas.microsoft.com/office/drawing/2014/main" id="{8AF31463-F204-6836-2731-CA882309490F}"/>
                    </a:ext>
                  </a:extLst>
                </p:cNvPr>
                <p:cNvSpPr/>
                <p:nvPr/>
              </p:nvSpPr>
              <p:spPr>
                <a:xfrm>
                  <a:off x="3811565" y="340495"/>
                  <a:ext cx="1232" cy="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37" y="0"/>
                      </a:lnTo>
                      <a:lnTo>
                        <a:pt x="37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D68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2" name="Google Shape;23363;p37">
              <a:extLst>
                <a:ext uri="{FF2B5EF4-FFF2-40B4-BE49-F238E27FC236}">
                  <a16:creationId xmlns:a16="http://schemas.microsoft.com/office/drawing/2014/main" id="{489B6A51-A2C4-1B61-2E0A-088184DD41A6}"/>
                </a:ext>
              </a:extLst>
            </p:cNvPr>
            <p:cNvGrpSpPr/>
            <p:nvPr/>
          </p:nvGrpSpPr>
          <p:grpSpPr>
            <a:xfrm rot="834443">
              <a:off x="6964714" y="2699030"/>
              <a:ext cx="212572" cy="399255"/>
              <a:chOff x="1408176" y="2172622"/>
              <a:chExt cx="259353" cy="487118"/>
            </a:xfrm>
          </p:grpSpPr>
          <p:sp>
            <p:nvSpPr>
              <p:cNvPr id="313" name="Google Shape;23364;p37">
                <a:extLst>
                  <a:ext uri="{FF2B5EF4-FFF2-40B4-BE49-F238E27FC236}">
                    <a16:creationId xmlns:a16="http://schemas.microsoft.com/office/drawing/2014/main" id="{3FFC10C4-562E-EEFA-AEC9-F64A64F216B1}"/>
                  </a:ext>
                </a:extLst>
              </p:cNvPr>
              <p:cNvSpPr/>
              <p:nvPr/>
            </p:nvSpPr>
            <p:spPr>
              <a:xfrm>
                <a:off x="1408176" y="2172633"/>
                <a:ext cx="258962" cy="487046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6972" extrusionOk="0">
                    <a:moveTo>
                      <a:pt x="881" y="1"/>
                    </a:moveTo>
                    <a:lnTo>
                      <a:pt x="808" y="37"/>
                    </a:lnTo>
                    <a:lnTo>
                      <a:pt x="661" y="147"/>
                    </a:lnTo>
                    <a:lnTo>
                      <a:pt x="588" y="367"/>
                    </a:lnTo>
                    <a:lnTo>
                      <a:pt x="514" y="624"/>
                    </a:lnTo>
                    <a:lnTo>
                      <a:pt x="514" y="881"/>
                    </a:lnTo>
                    <a:lnTo>
                      <a:pt x="551" y="1065"/>
                    </a:lnTo>
                    <a:lnTo>
                      <a:pt x="588" y="1248"/>
                    </a:lnTo>
                    <a:lnTo>
                      <a:pt x="624" y="1431"/>
                    </a:lnTo>
                    <a:lnTo>
                      <a:pt x="734" y="1798"/>
                    </a:lnTo>
                    <a:lnTo>
                      <a:pt x="771" y="1835"/>
                    </a:lnTo>
                    <a:lnTo>
                      <a:pt x="588" y="1982"/>
                    </a:lnTo>
                    <a:lnTo>
                      <a:pt x="514" y="2055"/>
                    </a:lnTo>
                    <a:lnTo>
                      <a:pt x="404" y="2239"/>
                    </a:lnTo>
                    <a:lnTo>
                      <a:pt x="331" y="2532"/>
                    </a:lnTo>
                    <a:lnTo>
                      <a:pt x="294" y="2826"/>
                    </a:lnTo>
                    <a:lnTo>
                      <a:pt x="294" y="3156"/>
                    </a:lnTo>
                    <a:lnTo>
                      <a:pt x="331" y="3449"/>
                    </a:lnTo>
                    <a:lnTo>
                      <a:pt x="367" y="3706"/>
                    </a:lnTo>
                    <a:lnTo>
                      <a:pt x="367" y="3890"/>
                    </a:lnTo>
                    <a:lnTo>
                      <a:pt x="331" y="4037"/>
                    </a:lnTo>
                    <a:lnTo>
                      <a:pt x="147" y="4403"/>
                    </a:lnTo>
                    <a:lnTo>
                      <a:pt x="74" y="4624"/>
                    </a:lnTo>
                    <a:lnTo>
                      <a:pt x="37" y="4844"/>
                    </a:lnTo>
                    <a:lnTo>
                      <a:pt x="1" y="5064"/>
                    </a:lnTo>
                    <a:lnTo>
                      <a:pt x="37" y="5357"/>
                    </a:lnTo>
                    <a:lnTo>
                      <a:pt x="111" y="5651"/>
                    </a:lnTo>
                    <a:lnTo>
                      <a:pt x="221" y="5908"/>
                    </a:lnTo>
                    <a:lnTo>
                      <a:pt x="331" y="6128"/>
                    </a:lnTo>
                    <a:lnTo>
                      <a:pt x="514" y="6348"/>
                    </a:lnTo>
                    <a:lnTo>
                      <a:pt x="698" y="6532"/>
                    </a:lnTo>
                    <a:lnTo>
                      <a:pt x="844" y="6678"/>
                    </a:lnTo>
                    <a:lnTo>
                      <a:pt x="1028" y="6788"/>
                    </a:lnTo>
                    <a:lnTo>
                      <a:pt x="1211" y="6862"/>
                    </a:lnTo>
                    <a:lnTo>
                      <a:pt x="1395" y="6935"/>
                    </a:lnTo>
                    <a:lnTo>
                      <a:pt x="1615" y="6972"/>
                    </a:lnTo>
                    <a:lnTo>
                      <a:pt x="2055" y="6972"/>
                    </a:lnTo>
                    <a:lnTo>
                      <a:pt x="2422" y="6862"/>
                    </a:lnTo>
                    <a:lnTo>
                      <a:pt x="2752" y="6715"/>
                    </a:lnTo>
                    <a:lnTo>
                      <a:pt x="3046" y="6495"/>
                    </a:lnTo>
                    <a:lnTo>
                      <a:pt x="3229" y="6311"/>
                    </a:lnTo>
                    <a:lnTo>
                      <a:pt x="3376" y="6128"/>
                    </a:lnTo>
                    <a:lnTo>
                      <a:pt x="3486" y="5908"/>
                    </a:lnTo>
                    <a:lnTo>
                      <a:pt x="3596" y="5688"/>
                    </a:lnTo>
                    <a:lnTo>
                      <a:pt x="3670" y="5357"/>
                    </a:lnTo>
                    <a:lnTo>
                      <a:pt x="3706" y="4990"/>
                    </a:lnTo>
                    <a:lnTo>
                      <a:pt x="3670" y="4550"/>
                    </a:lnTo>
                    <a:lnTo>
                      <a:pt x="3560" y="4147"/>
                    </a:lnTo>
                    <a:lnTo>
                      <a:pt x="3450" y="3890"/>
                    </a:lnTo>
                    <a:lnTo>
                      <a:pt x="3303" y="3633"/>
                    </a:lnTo>
                    <a:lnTo>
                      <a:pt x="3156" y="3449"/>
                    </a:lnTo>
                    <a:lnTo>
                      <a:pt x="2973" y="3266"/>
                    </a:lnTo>
                    <a:lnTo>
                      <a:pt x="2606" y="3046"/>
                    </a:lnTo>
                    <a:lnTo>
                      <a:pt x="2459" y="2936"/>
                    </a:lnTo>
                    <a:lnTo>
                      <a:pt x="2386" y="2789"/>
                    </a:lnTo>
                    <a:lnTo>
                      <a:pt x="2239" y="2532"/>
                    </a:lnTo>
                    <a:lnTo>
                      <a:pt x="2055" y="2275"/>
                    </a:lnTo>
                    <a:lnTo>
                      <a:pt x="1945" y="2165"/>
                    </a:lnTo>
                    <a:lnTo>
                      <a:pt x="1762" y="1982"/>
                    </a:lnTo>
                    <a:lnTo>
                      <a:pt x="1505" y="1835"/>
                    </a:lnTo>
                    <a:lnTo>
                      <a:pt x="1321" y="1762"/>
                    </a:lnTo>
                    <a:lnTo>
                      <a:pt x="1138" y="1725"/>
                    </a:lnTo>
                    <a:lnTo>
                      <a:pt x="955" y="1762"/>
                    </a:lnTo>
                    <a:lnTo>
                      <a:pt x="918" y="1725"/>
                    </a:lnTo>
                    <a:lnTo>
                      <a:pt x="844" y="1321"/>
                    </a:lnTo>
                    <a:lnTo>
                      <a:pt x="808" y="918"/>
                    </a:lnTo>
                    <a:lnTo>
                      <a:pt x="808" y="808"/>
                    </a:lnTo>
                    <a:lnTo>
                      <a:pt x="918" y="551"/>
                    </a:lnTo>
                    <a:lnTo>
                      <a:pt x="1028" y="294"/>
                    </a:lnTo>
                    <a:lnTo>
                      <a:pt x="1065" y="221"/>
                    </a:lnTo>
                    <a:lnTo>
                      <a:pt x="1028" y="111"/>
                    </a:lnTo>
                    <a:lnTo>
                      <a:pt x="991" y="37"/>
                    </a:lnTo>
                    <a:lnTo>
                      <a:pt x="881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23365;p37">
                <a:extLst>
                  <a:ext uri="{FF2B5EF4-FFF2-40B4-BE49-F238E27FC236}">
                    <a16:creationId xmlns:a16="http://schemas.microsoft.com/office/drawing/2014/main" id="{6F79441A-22E5-A73F-858D-A483D19CAEE0}"/>
                  </a:ext>
                </a:extLst>
              </p:cNvPr>
              <p:cNvSpPr/>
              <p:nvPr/>
            </p:nvSpPr>
            <p:spPr>
              <a:xfrm>
                <a:off x="1408567" y="2293127"/>
                <a:ext cx="258962" cy="366612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5248" extrusionOk="0">
                    <a:moveTo>
                      <a:pt x="1101" y="0"/>
                    </a:moveTo>
                    <a:lnTo>
                      <a:pt x="955" y="37"/>
                    </a:lnTo>
                    <a:lnTo>
                      <a:pt x="955" y="110"/>
                    </a:lnTo>
                    <a:lnTo>
                      <a:pt x="918" y="184"/>
                    </a:lnTo>
                    <a:lnTo>
                      <a:pt x="881" y="221"/>
                    </a:lnTo>
                    <a:lnTo>
                      <a:pt x="844" y="221"/>
                    </a:lnTo>
                    <a:lnTo>
                      <a:pt x="771" y="110"/>
                    </a:lnTo>
                    <a:lnTo>
                      <a:pt x="588" y="257"/>
                    </a:lnTo>
                    <a:lnTo>
                      <a:pt x="514" y="331"/>
                    </a:lnTo>
                    <a:lnTo>
                      <a:pt x="404" y="514"/>
                    </a:lnTo>
                    <a:lnTo>
                      <a:pt x="331" y="808"/>
                    </a:lnTo>
                    <a:lnTo>
                      <a:pt x="294" y="1101"/>
                    </a:lnTo>
                    <a:lnTo>
                      <a:pt x="294" y="1431"/>
                    </a:lnTo>
                    <a:lnTo>
                      <a:pt x="331" y="1725"/>
                    </a:lnTo>
                    <a:lnTo>
                      <a:pt x="367" y="1982"/>
                    </a:lnTo>
                    <a:lnTo>
                      <a:pt x="367" y="2165"/>
                    </a:lnTo>
                    <a:lnTo>
                      <a:pt x="331" y="2312"/>
                    </a:lnTo>
                    <a:lnTo>
                      <a:pt x="147" y="2679"/>
                    </a:lnTo>
                    <a:lnTo>
                      <a:pt x="74" y="2899"/>
                    </a:lnTo>
                    <a:lnTo>
                      <a:pt x="37" y="3119"/>
                    </a:lnTo>
                    <a:lnTo>
                      <a:pt x="1" y="3339"/>
                    </a:lnTo>
                    <a:lnTo>
                      <a:pt x="37" y="3633"/>
                    </a:lnTo>
                    <a:lnTo>
                      <a:pt x="111" y="3926"/>
                    </a:lnTo>
                    <a:lnTo>
                      <a:pt x="221" y="4183"/>
                    </a:lnTo>
                    <a:lnTo>
                      <a:pt x="331" y="4403"/>
                    </a:lnTo>
                    <a:lnTo>
                      <a:pt x="514" y="4623"/>
                    </a:lnTo>
                    <a:lnTo>
                      <a:pt x="698" y="4807"/>
                    </a:lnTo>
                    <a:lnTo>
                      <a:pt x="844" y="4954"/>
                    </a:lnTo>
                    <a:lnTo>
                      <a:pt x="1028" y="5064"/>
                    </a:lnTo>
                    <a:lnTo>
                      <a:pt x="1211" y="5137"/>
                    </a:lnTo>
                    <a:lnTo>
                      <a:pt x="1395" y="5211"/>
                    </a:lnTo>
                    <a:lnTo>
                      <a:pt x="1725" y="5247"/>
                    </a:lnTo>
                    <a:lnTo>
                      <a:pt x="2055" y="5247"/>
                    </a:lnTo>
                    <a:lnTo>
                      <a:pt x="2422" y="5137"/>
                    </a:lnTo>
                    <a:lnTo>
                      <a:pt x="2752" y="4990"/>
                    </a:lnTo>
                    <a:lnTo>
                      <a:pt x="3046" y="4770"/>
                    </a:lnTo>
                    <a:lnTo>
                      <a:pt x="3229" y="4587"/>
                    </a:lnTo>
                    <a:lnTo>
                      <a:pt x="3376" y="4403"/>
                    </a:lnTo>
                    <a:lnTo>
                      <a:pt x="3486" y="4183"/>
                    </a:lnTo>
                    <a:lnTo>
                      <a:pt x="3596" y="3963"/>
                    </a:lnTo>
                    <a:lnTo>
                      <a:pt x="3670" y="3633"/>
                    </a:lnTo>
                    <a:lnTo>
                      <a:pt x="3706" y="3266"/>
                    </a:lnTo>
                    <a:lnTo>
                      <a:pt x="3670" y="2826"/>
                    </a:lnTo>
                    <a:lnTo>
                      <a:pt x="3560" y="2422"/>
                    </a:lnTo>
                    <a:lnTo>
                      <a:pt x="3450" y="2165"/>
                    </a:lnTo>
                    <a:lnTo>
                      <a:pt x="3303" y="1908"/>
                    </a:lnTo>
                    <a:lnTo>
                      <a:pt x="3156" y="1725"/>
                    </a:lnTo>
                    <a:lnTo>
                      <a:pt x="2973" y="1541"/>
                    </a:lnTo>
                    <a:lnTo>
                      <a:pt x="2606" y="1321"/>
                    </a:lnTo>
                    <a:lnTo>
                      <a:pt x="2459" y="1211"/>
                    </a:lnTo>
                    <a:lnTo>
                      <a:pt x="2386" y="1064"/>
                    </a:lnTo>
                    <a:lnTo>
                      <a:pt x="2239" y="808"/>
                    </a:lnTo>
                    <a:lnTo>
                      <a:pt x="2055" y="551"/>
                    </a:lnTo>
                    <a:lnTo>
                      <a:pt x="1945" y="441"/>
                    </a:lnTo>
                    <a:lnTo>
                      <a:pt x="1762" y="257"/>
                    </a:lnTo>
                    <a:lnTo>
                      <a:pt x="1505" y="110"/>
                    </a:lnTo>
                    <a:lnTo>
                      <a:pt x="1358" y="37"/>
                    </a:lnTo>
                    <a:lnTo>
                      <a:pt x="1248" y="37"/>
                    </a:lnTo>
                    <a:lnTo>
                      <a:pt x="1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23366;p37">
                <a:extLst>
                  <a:ext uri="{FF2B5EF4-FFF2-40B4-BE49-F238E27FC236}">
                    <a16:creationId xmlns:a16="http://schemas.microsoft.com/office/drawing/2014/main" id="{299ECE2E-0774-9895-7BF9-8CF7EBAD2DAC}"/>
                  </a:ext>
                </a:extLst>
              </p:cNvPr>
              <p:cNvSpPr/>
              <p:nvPr/>
            </p:nvSpPr>
            <p:spPr>
              <a:xfrm>
                <a:off x="1444474" y="2172622"/>
                <a:ext cx="38491" cy="135943"/>
              </a:xfrm>
              <a:custGeom>
                <a:avLst/>
                <a:gdLst/>
                <a:ahLst/>
                <a:cxnLst/>
                <a:rect l="l" t="t" r="r" b="b"/>
                <a:pathLst>
                  <a:path w="551" h="1946" extrusionOk="0">
                    <a:moveTo>
                      <a:pt x="367" y="1"/>
                    </a:moveTo>
                    <a:lnTo>
                      <a:pt x="294" y="38"/>
                    </a:lnTo>
                    <a:lnTo>
                      <a:pt x="147" y="148"/>
                    </a:lnTo>
                    <a:lnTo>
                      <a:pt x="74" y="368"/>
                    </a:lnTo>
                    <a:lnTo>
                      <a:pt x="0" y="625"/>
                    </a:lnTo>
                    <a:lnTo>
                      <a:pt x="0" y="882"/>
                    </a:lnTo>
                    <a:lnTo>
                      <a:pt x="37" y="1065"/>
                    </a:lnTo>
                    <a:lnTo>
                      <a:pt x="74" y="1248"/>
                    </a:lnTo>
                    <a:lnTo>
                      <a:pt x="110" y="1432"/>
                    </a:lnTo>
                    <a:lnTo>
                      <a:pt x="220" y="1799"/>
                    </a:lnTo>
                    <a:lnTo>
                      <a:pt x="257" y="1835"/>
                    </a:lnTo>
                    <a:lnTo>
                      <a:pt x="330" y="1946"/>
                    </a:lnTo>
                    <a:lnTo>
                      <a:pt x="367" y="1946"/>
                    </a:lnTo>
                    <a:lnTo>
                      <a:pt x="404" y="1909"/>
                    </a:lnTo>
                    <a:lnTo>
                      <a:pt x="441" y="1835"/>
                    </a:lnTo>
                    <a:lnTo>
                      <a:pt x="441" y="1762"/>
                    </a:lnTo>
                    <a:lnTo>
                      <a:pt x="404" y="1725"/>
                    </a:lnTo>
                    <a:lnTo>
                      <a:pt x="330" y="1322"/>
                    </a:lnTo>
                    <a:lnTo>
                      <a:pt x="294" y="918"/>
                    </a:lnTo>
                    <a:lnTo>
                      <a:pt x="294" y="808"/>
                    </a:lnTo>
                    <a:lnTo>
                      <a:pt x="404" y="551"/>
                    </a:lnTo>
                    <a:lnTo>
                      <a:pt x="514" y="294"/>
                    </a:lnTo>
                    <a:lnTo>
                      <a:pt x="551" y="221"/>
                    </a:lnTo>
                    <a:lnTo>
                      <a:pt x="514" y="111"/>
                    </a:lnTo>
                    <a:lnTo>
                      <a:pt x="477" y="38"/>
                    </a:lnTo>
                    <a:lnTo>
                      <a:pt x="4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23367;p37">
                <a:extLst>
                  <a:ext uri="{FF2B5EF4-FFF2-40B4-BE49-F238E27FC236}">
                    <a16:creationId xmlns:a16="http://schemas.microsoft.com/office/drawing/2014/main" id="{00989967-5630-17C7-64BD-C9C8058F133F}"/>
                  </a:ext>
                </a:extLst>
              </p:cNvPr>
              <p:cNvSpPr/>
              <p:nvPr/>
            </p:nvSpPr>
            <p:spPr>
              <a:xfrm>
                <a:off x="1429105" y="2326450"/>
                <a:ext cx="123089" cy="317921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4551" extrusionOk="0">
                    <a:moveTo>
                      <a:pt x="330" y="0"/>
                    </a:moveTo>
                    <a:lnTo>
                      <a:pt x="294" y="37"/>
                    </a:lnTo>
                    <a:lnTo>
                      <a:pt x="184" y="294"/>
                    </a:lnTo>
                    <a:lnTo>
                      <a:pt x="110" y="514"/>
                    </a:lnTo>
                    <a:lnTo>
                      <a:pt x="110" y="771"/>
                    </a:lnTo>
                    <a:lnTo>
                      <a:pt x="110" y="991"/>
                    </a:lnTo>
                    <a:lnTo>
                      <a:pt x="147" y="1211"/>
                    </a:lnTo>
                    <a:lnTo>
                      <a:pt x="220" y="1431"/>
                    </a:lnTo>
                    <a:lnTo>
                      <a:pt x="257" y="1541"/>
                    </a:lnTo>
                    <a:lnTo>
                      <a:pt x="220" y="1688"/>
                    </a:lnTo>
                    <a:lnTo>
                      <a:pt x="147" y="1872"/>
                    </a:lnTo>
                    <a:lnTo>
                      <a:pt x="110" y="2055"/>
                    </a:lnTo>
                    <a:lnTo>
                      <a:pt x="37" y="2239"/>
                    </a:lnTo>
                    <a:lnTo>
                      <a:pt x="0" y="2569"/>
                    </a:lnTo>
                    <a:lnTo>
                      <a:pt x="0" y="2862"/>
                    </a:lnTo>
                    <a:lnTo>
                      <a:pt x="73" y="3193"/>
                    </a:lnTo>
                    <a:lnTo>
                      <a:pt x="184" y="3486"/>
                    </a:lnTo>
                    <a:lnTo>
                      <a:pt x="294" y="3743"/>
                    </a:lnTo>
                    <a:lnTo>
                      <a:pt x="440" y="3963"/>
                    </a:lnTo>
                    <a:lnTo>
                      <a:pt x="624" y="4146"/>
                    </a:lnTo>
                    <a:lnTo>
                      <a:pt x="807" y="4293"/>
                    </a:lnTo>
                    <a:lnTo>
                      <a:pt x="1027" y="4440"/>
                    </a:lnTo>
                    <a:lnTo>
                      <a:pt x="1321" y="4513"/>
                    </a:lnTo>
                    <a:lnTo>
                      <a:pt x="1651" y="4550"/>
                    </a:lnTo>
                    <a:lnTo>
                      <a:pt x="1761" y="4550"/>
                    </a:lnTo>
                    <a:lnTo>
                      <a:pt x="1761" y="4513"/>
                    </a:lnTo>
                    <a:lnTo>
                      <a:pt x="1761" y="4477"/>
                    </a:lnTo>
                    <a:lnTo>
                      <a:pt x="1725" y="4477"/>
                    </a:lnTo>
                    <a:lnTo>
                      <a:pt x="1578" y="4440"/>
                    </a:lnTo>
                    <a:lnTo>
                      <a:pt x="1321" y="4330"/>
                    </a:lnTo>
                    <a:lnTo>
                      <a:pt x="1064" y="4220"/>
                    </a:lnTo>
                    <a:lnTo>
                      <a:pt x="844" y="4073"/>
                    </a:lnTo>
                    <a:lnTo>
                      <a:pt x="661" y="3890"/>
                    </a:lnTo>
                    <a:lnTo>
                      <a:pt x="514" y="3706"/>
                    </a:lnTo>
                    <a:lnTo>
                      <a:pt x="477" y="3633"/>
                    </a:lnTo>
                    <a:lnTo>
                      <a:pt x="367" y="3376"/>
                    </a:lnTo>
                    <a:lnTo>
                      <a:pt x="257" y="3082"/>
                    </a:lnTo>
                    <a:lnTo>
                      <a:pt x="220" y="2862"/>
                    </a:lnTo>
                    <a:lnTo>
                      <a:pt x="184" y="2642"/>
                    </a:lnTo>
                    <a:lnTo>
                      <a:pt x="184" y="2422"/>
                    </a:lnTo>
                    <a:lnTo>
                      <a:pt x="220" y="2165"/>
                    </a:lnTo>
                    <a:lnTo>
                      <a:pt x="294" y="1908"/>
                    </a:lnTo>
                    <a:lnTo>
                      <a:pt x="404" y="1651"/>
                    </a:lnTo>
                    <a:lnTo>
                      <a:pt x="440" y="1505"/>
                    </a:lnTo>
                    <a:lnTo>
                      <a:pt x="404" y="1358"/>
                    </a:lnTo>
                    <a:lnTo>
                      <a:pt x="367" y="1211"/>
                    </a:lnTo>
                    <a:lnTo>
                      <a:pt x="294" y="991"/>
                    </a:lnTo>
                    <a:lnTo>
                      <a:pt x="257" y="808"/>
                    </a:lnTo>
                    <a:lnTo>
                      <a:pt x="294" y="514"/>
                    </a:lnTo>
                    <a:lnTo>
                      <a:pt x="330" y="257"/>
                    </a:lnTo>
                    <a:lnTo>
                      <a:pt x="404" y="37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rgbClr val="FFFFFF">
                  <a:alpha val="259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" name="Google Shape;23368;p37">
              <a:extLst>
                <a:ext uri="{FF2B5EF4-FFF2-40B4-BE49-F238E27FC236}">
                  <a16:creationId xmlns:a16="http://schemas.microsoft.com/office/drawing/2014/main" id="{430E595A-9CC5-7208-AD4D-BB99345F73A5}"/>
                </a:ext>
              </a:extLst>
            </p:cNvPr>
            <p:cNvGrpSpPr/>
            <p:nvPr/>
          </p:nvGrpSpPr>
          <p:grpSpPr>
            <a:xfrm rot="-3956203" flipH="1">
              <a:off x="7283461" y="1329912"/>
              <a:ext cx="285775" cy="418150"/>
              <a:chOff x="1284536" y="474273"/>
              <a:chExt cx="348664" cy="510169"/>
            </a:xfrm>
          </p:grpSpPr>
          <p:sp>
            <p:nvSpPr>
              <p:cNvPr id="318" name="Google Shape;23369;p37">
                <a:extLst>
                  <a:ext uri="{FF2B5EF4-FFF2-40B4-BE49-F238E27FC236}">
                    <a16:creationId xmlns:a16="http://schemas.microsoft.com/office/drawing/2014/main" id="{C8365EB7-E1B7-3BD2-6DF8-4636F68A2EAA}"/>
                  </a:ext>
                </a:extLst>
              </p:cNvPr>
              <p:cNvSpPr/>
              <p:nvPr/>
            </p:nvSpPr>
            <p:spPr>
              <a:xfrm>
                <a:off x="1284536" y="474273"/>
                <a:ext cx="348659" cy="510169"/>
              </a:xfrm>
              <a:custGeom>
                <a:avLst/>
                <a:gdLst/>
                <a:ahLst/>
                <a:cxnLst/>
                <a:rect l="l" t="t" r="r" b="b"/>
                <a:pathLst>
                  <a:path w="4991" h="7303" extrusionOk="0">
                    <a:moveTo>
                      <a:pt x="147" y="1"/>
                    </a:moveTo>
                    <a:lnTo>
                      <a:pt x="74" y="74"/>
                    </a:lnTo>
                    <a:lnTo>
                      <a:pt x="0" y="184"/>
                    </a:lnTo>
                    <a:lnTo>
                      <a:pt x="0" y="294"/>
                    </a:lnTo>
                    <a:lnTo>
                      <a:pt x="0" y="625"/>
                    </a:lnTo>
                    <a:lnTo>
                      <a:pt x="110" y="955"/>
                    </a:lnTo>
                    <a:lnTo>
                      <a:pt x="110" y="992"/>
                    </a:lnTo>
                    <a:lnTo>
                      <a:pt x="37" y="1322"/>
                    </a:lnTo>
                    <a:lnTo>
                      <a:pt x="37" y="1615"/>
                    </a:lnTo>
                    <a:lnTo>
                      <a:pt x="110" y="1909"/>
                    </a:lnTo>
                    <a:lnTo>
                      <a:pt x="184" y="2202"/>
                    </a:lnTo>
                    <a:lnTo>
                      <a:pt x="441" y="2899"/>
                    </a:lnTo>
                    <a:lnTo>
                      <a:pt x="734" y="3560"/>
                    </a:lnTo>
                    <a:lnTo>
                      <a:pt x="1211" y="4514"/>
                    </a:lnTo>
                    <a:lnTo>
                      <a:pt x="1505" y="4954"/>
                    </a:lnTo>
                    <a:lnTo>
                      <a:pt x="1798" y="5394"/>
                    </a:lnTo>
                    <a:lnTo>
                      <a:pt x="2422" y="6165"/>
                    </a:lnTo>
                    <a:lnTo>
                      <a:pt x="2752" y="6532"/>
                    </a:lnTo>
                    <a:lnTo>
                      <a:pt x="3119" y="6899"/>
                    </a:lnTo>
                    <a:lnTo>
                      <a:pt x="3303" y="7009"/>
                    </a:lnTo>
                    <a:lnTo>
                      <a:pt x="3486" y="7119"/>
                    </a:lnTo>
                    <a:lnTo>
                      <a:pt x="3670" y="7229"/>
                    </a:lnTo>
                    <a:lnTo>
                      <a:pt x="3890" y="7266"/>
                    </a:lnTo>
                    <a:lnTo>
                      <a:pt x="4146" y="7302"/>
                    </a:lnTo>
                    <a:lnTo>
                      <a:pt x="4367" y="7266"/>
                    </a:lnTo>
                    <a:lnTo>
                      <a:pt x="4513" y="7229"/>
                    </a:lnTo>
                    <a:lnTo>
                      <a:pt x="4697" y="7119"/>
                    </a:lnTo>
                    <a:lnTo>
                      <a:pt x="4807" y="6972"/>
                    </a:lnTo>
                    <a:lnTo>
                      <a:pt x="4917" y="6789"/>
                    </a:lnTo>
                    <a:lnTo>
                      <a:pt x="4954" y="6569"/>
                    </a:lnTo>
                    <a:lnTo>
                      <a:pt x="4990" y="6348"/>
                    </a:lnTo>
                    <a:lnTo>
                      <a:pt x="4917" y="6128"/>
                    </a:lnTo>
                    <a:lnTo>
                      <a:pt x="4807" y="5945"/>
                    </a:lnTo>
                    <a:lnTo>
                      <a:pt x="4587" y="5725"/>
                    </a:lnTo>
                    <a:lnTo>
                      <a:pt x="4330" y="5505"/>
                    </a:lnTo>
                    <a:lnTo>
                      <a:pt x="3963" y="5211"/>
                    </a:lnTo>
                    <a:lnTo>
                      <a:pt x="3633" y="4881"/>
                    </a:lnTo>
                    <a:lnTo>
                      <a:pt x="3339" y="4514"/>
                    </a:lnTo>
                    <a:lnTo>
                      <a:pt x="3046" y="4147"/>
                    </a:lnTo>
                    <a:lnTo>
                      <a:pt x="2679" y="3597"/>
                    </a:lnTo>
                    <a:lnTo>
                      <a:pt x="2349" y="3046"/>
                    </a:lnTo>
                    <a:lnTo>
                      <a:pt x="2055" y="2459"/>
                    </a:lnTo>
                    <a:lnTo>
                      <a:pt x="1798" y="1872"/>
                    </a:lnTo>
                    <a:lnTo>
                      <a:pt x="1578" y="1395"/>
                    </a:lnTo>
                    <a:lnTo>
                      <a:pt x="1358" y="1028"/>
                    </a:lnTo>
                    <a:lnTo>
                      <a:pt x="1101" y="735"/>
                    </a:lnTo>
                    <a:lnTo>
                      <a:pt x="954" y="661"/>
                    </a:lnTo>
                    <a:lnTo>
                      <a:pt x="808" y="588"/>
                    </a:lnTo>
                    <a:lnTo>
                      <a:pt x="698" y="331"/>
                    </a:lnTo>
                    <a:lnTo>
                      <a:pt x="587" y="111"/>
                    </a:lnTo>
                    <a:lnTo>
                      <a:pt x="514" y="38"/>
                    </a:lnTo>
                    <a:lnTo>
                      <a:pt x="441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9" name="Google Shape;23370;p37">
                <a:extLst>
                  <a:ext uri="{FF2B5EF4-FFF2-40B4-BE49-F238E27FC236}">
                    <a16:creationId xmlns:a16="http://schemas.microsoft.com/office/drawing/2014/main" id="{FD3DFA32-1DEC-4519-C337-1CCDDD6718E8}"/>
                  </a:ext>
                </a:extLst>
              </p:cNvPr>
              <p:cNvGrpSpPr/>
              <p:nvPr/>
            </p:nvGrpSpPr>
            <p:grpSpPr>
              <a:xfrm>
                <a:off x="1284536" y="474308"/>
                <a:ext cx="348664" cy="510107"/>
                <a:chOff x="1099149" y="253788"/>
                <a:chExt cx="166125" cy="243047"/>
              </a:xfrm>
            </p:grpSpPr>
            <p:sp>
              <p:nvSpPr>
                <p:cNvPr id="320" name="Google Shape;23371;p37">
                  <a:extLst>
                    <a:ext uri="{FF2B5EF4-FFF2-40B4-BE49-F238E27FC236}">
                      <a16:creationId xmlns:a16="http://schemas.microsoft.com/office/drawing/2014/main" id="{F3B3F075-9950-FF77-2081-AD48BA79E392}"/>
                    </a:ext>
                  </a:extLst>
                </p:cNvPr>
                <p:cNvSpPr/>
                <p:nvPr/>
              </p:nvSpPr>
              <p:spPr>
                <a:xfrm>
                  <a:off x="1099149" y="253788"/>
                  <a:ext cx="26894" cy="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8" h="955" extrusionOk="0">
                      <a:moveTo>
                        <a:pt x="257" y="0"/>
                      </a:moveTo>
                      <a:lnTo>
                        <a:pt x="110" y="37"/>
                      </a:lnTo>
                      <a:lnTo>
                        <a:pt x="37" y="147"/>
                      </a:lnTo>
                      <a:lnTo>
                        <a:pt x="0" y="294"/>
                      </a:lnTo>
                      <a:lnTo>
                        <a:pt x="0" y="624"/>
                      </a:lnTo>
                      <a:lnTo>
                        <a:pt x="110" y="954"/>
                      </a:lnTo>
                      <a:lnTo>
                        <a:pt x="147" y="918"/>
                      </a:lnTo>
                      <a:lnTo>
                        <a:pt x="184" y="844"/>
                      </a:lnTo>
                      <a:lnTo>
                        <a:pt x="294" y="734"/>
                      </a:lnTo>
                      <a:lnTo>
                        <a:pt x="404" y="661"/>
                      </a:lnTo>
                      <a:lnTo>
                        <a:pt x="551" y="624"/>
                      </a:lnTo>
                      <a:lnTo>
                        <a:pt x="698" y="587"/>
                      </a:lnTo>
                      <a:lnTo>
                        <a:pt x="808" y="587"/>
                      </a:lnTo>
                      <a:lnTo>
                        <a:pt x="698" y="330"/>
                      </a:lnTo>
                      <a:lnTo>
                        <a:pt x="587" y="110"/>
                      </a:lnTo>
                      <a:lnTo>
                        <a:pt x="514" y="37"/>
                      </a:lnTo>
                      <a:lnTo>
                        <a:pt x="4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23372;p37">
                  <a:extLst>
                    <a:ext uri="{FF2B5EF4-FFF2-40B4-BE49-F238E27FC236}">
                      <a16:creationId xmlns:a16="http://schemas.microsoft.com/office/drawing/2014/main" id="{E7E1E549-A89B-F20B-5B7C-9635473A81FA}"/>
                    </a:ext>
                  </a:extLst>
                </p:cNvPr>
                <p:cNvSpPr/>
                <p:nvPr/>
              </p:nvSpPr>
              <p:spPr>
                <a:xfrm>
                  <a:off x="1099149" y="253788"/>
                  <a:ext cx="14679" cy="3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" h="955" extrusionOk="0">
                      <a:moveTo>
                        <a:pt x="257" y="0"/>
                      </a:moveTo>
                      <a:lnTo>
                        <a:pt x="110" y="37"/>
                      </a:lnTo>
                      <a:lnTo>
                        <a:pt x="37" y="147"/>
                      </a:lnTo>
                      <a:lnTo>
                        <a:pt x="0" y="294"/>
                      </a:lnTo>
                      <a:lnTo>
                        <a:pt x="0" y="624"/>
                      </a:lnTo>
                      <a:lnTo>
                        <a:pt x="110" y="954"/>
                      </a:lnTo>
                      <a:lnTo>
                        <a:pt x="147" y="918"/>
                      </a:lnTo>
                      <a:lnTo>
                        <a:pt x="184" y="844"/>
                      </a:lnTo>
                      <a:lnTo>
                        <a:pt x="184" y="587"/>
                      </a:lnTo>
                      <a:lnTo>
                        <a:pt x="221" y="330"/>
                      </a:lnTo>
                      <a:lnTo>
                        <a:pt x="257" y="220"/>
                      </a:lnTo>
                      <a:lnTo>
                        <a:pt x="294" y="147"/>
                      </a:lnTo>
                      <a:lnTo>
                        <a:pt x="44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23373;p37">
                  <a:extLst>
                    <a:ext uri="{FF2B5EF4-FFF2-40B4-BE49-F238E27FC236}">
                      <a16:creationId xmlns:a16="http://schemas.microsoft.com/office/drawing/2014/main" id="{9F65E39B-E1E9-494A-89BC-1DD92FE24E13}"/>
                    </a:ext>
                  </a:extLst>
                </p:cNvPr>
                <p:cNvSpPr/>
                <p:nvPr/>
              </p:nvSpPr>
              <p:spPr>
                <a:xfrm>
                  <a:off x="1100380" y="273326"/>
                  <a:ext cx="164894" cy="223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4" h="6715" extrusionOk="0">
                      <a:moveTo>
                        <a:pt x="661" y="0"/>
                      </a:moveTo>
                      <a:lnTo>
                        <a:pt x="514" y="37"/>
                      </a:lnTo>
                      <a:lnTo>
                        <a:pt x="367" y="74"/>
                      </a:lnTo>
                      <a:lnTo>
                        <a:pt x="257" y="147"/>
                      </a:lnTo>
                      <a:lnTo>
                        <a:pt x="147" y="257"/>
                      </a:lnTo>
                      <a:lnTo>
                        <a:pt x="110" y="331"/>
                      </a:lnTo>
                      <a:lnTo>
                        <a:pt x="73" y="367"/>
                      </a:lnTo>
                      <a:lnTo>
                        <a:pt x="73" y="404"/>
                      </a:lnTo>
                      <a:lnTo>
                        <a:pt x="0" y="734"/>
                      </a:lnTo>
                      <a:lnTo>
                        <a:pt x="0" y="1028"/>
                      </a:lnTo>
                      <a:lnTo>
                        <a:pt x="73" y="1321"/>
                      </a:lnTo>
                      <a:lnTo>
                        <a:pt x="147" y="1615"/>
                      </a:lnTo>
                      <a:lnTo>
                        <a:pt x="404" y="2312"/>
                      </a:lnTo>
                      <a:lnTo>
                        <a:pt x="697" y="2972"/>
                      </a:lnTo>
                      <a:lnTo>
                        <a:pt x="1174" y="3926"/>
                      </a:lnTo>
                      <a:lnTo>
                        <a:pt x="1468" y="4367"/>
                      </a:lnTo>
                      <a:lnTo>
                        <a:pt x="1761" y="4807"/>
                      </a:lnTo>
                      <a:lnTo>
                        <a:pt x="2385" y="5577"/>
                      </a:lnTo>
                      <a:lnTo>
                        <a:pt x="2715" y="5944"/>
                      </a:lnTo>
                      <a:lnTo>
                        <a:pt x="3082" y="6311"/>
                      </a:lnTo>
                      <a:lnTo>
                        <a:pt x="3266" y="6421"/>
                      </a:lnTo>
                      <a:lnTo>
                        <a:pt x="3449" y="6531"/>
                      </a:lnTo>
                      <a:lnTo>
                        <a:pt x="3633" y="6641"/>
                      </a:lnTo>
                      <a:lnTo>
                        <a:pt x="3853" y="6678"/>
                      </a:lnTo>
                      <a:lnTo>
                        <a:pt x="4073" y="6715"/>
                      </a:lnTo>
                      <a:lnTo>
                        <a:pt x="4183" y="6715"/>
                      </a:lnTo>
                      <a:lnTo>
                        <a:pt x="4330" y="6678"/>
                      </a:lnTo>
                      <a:lnTo>
                        <a:pt x="4476" y="6641"/>
                      </a:lnTo>
                      <a:lnTo>
                        <a:pt x="4660" y="6531"/>
                      </a:lnTo>
                      <a:lnTo>
                        <a:pt x="4770" y="6385"/>
                      </a:lnTo>
                      <a:lnTo>
                        <a:pt x="4880" y="6201"/>
                      </a:lnTo>
                      <a:lnTo>
                        <a:pt x="4917" y="5981"/>
                      </a:lnTo>
                      <a:lnTo>
                        <a:pt x="4953" y="5761"/>
                      </a:lnTo>
                      <a:lnTo>
                        <a:pt x="4880" y="5541"/>
                      </a:lnTo>
                      <a:lnTo>
                        <a:pt x="4770" y="5357"/>
                      </a:lnTo>
                      <a:lnTo>
                        <a:pt x="4550" y="5137"/>
                      </a:lnTo>
                      <a:lnTo>
                        <a:pt x="4293" y="4917"/>
                      </a:lnTo>
                      <a:lnTo>
                        <a:pt x="3926" y="4623"/>
                      </a:lnTo>
                      <a:lnTo>
                        <a:pt x="3596" y="4293"/>
                      </a:lnTo>
                      <a:lnTo>
                        <a:pt x="3302" y="3926"/>
                      </a:lnTo>
                      <a:lnTo>
                        <a:pt x="3009" y="3559"/>
                      </a:lnTo>
                      <a:lnTo>
                        <a:pt x="2642" y="3009"/>
                      </a:lnTo>
                      <a:lnTo>
                        <a:pt x="2312" y="2459"/>
                      </a:lnTo>
                      <a:lnTo>
                        <a:pt x="2018" y="1872"/>
                      </a:lnTo>
                      <a:lnTo>
                        <a:pt x="1761" y="1285"/>
                      </a:lnTo>
                      <a:lnTo>
                        <a:pt x="1541" y="808"/>
                      </a:lnTo>
                      <a:lnTo>
                        <a:pt x="1321" y="441"/>
                      </a:lnTo>
                      <a:lnTo>
                        <a:pt x="1064" y="147"/>
                      </a:lnTo>
                      <a:lnTo>
                        <a:pt x="917" y="74"/>
                      </a:lnTo>
                      <a:lnTo>
                        <a:pt x="7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" name="Google Shape;23374;p37">
                  <a:extLst>
                    <a:ext uri="{FF2B5EF4-FFF2-40B4-BE49-F238E27FC236}">
                      <a16:creationId xmlns:a16="http://schemas.microsoft.com/office/drawing/2014/main" id="{F45A6805-DBFF-AD2F-5FC2-17BC9D114248}"/>
                    </a:ext>
                  </a:extLst>
                </p:cNvPr>
                <p:cNvSpPr/>
                <p:nvPr/>
              </p:nvSpPr>
              <p:spPr>
                <a:xfrm>
                  <a:off x="1100380" y="286740"/>
                  <a:ext cx="144124" cy="210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0" h="6312" extrusionOk="0">
                      <a:moveTo>
                        <a:pt x="73" y="1"/>
                      </a:moveTo>
                      <a:lnTo>
                        <a:pt x="0" y="331"/>
                      </a:lnTo>
                      <a:lnTo>
                        <a:pt x="0" y="625"/>
                      </a:lnTo>
                      <a:lnTo>
                        <a:pt x="73" y="918"/>
                      </a:lnTo>
                      <a:lnTo>
                        <a:pt x="147" y="1212"/>
                      </a:lnTo>
                      <a:lnTo>
                        <a:pt x="404" y="1909"/>
                      </a:lnTo>
                      <a:lnTo>
                        <a:pt x="697" y="2569"/>
                      </a:lnTo>
                      <a:lnTo>
                        <a:pt x="1174" y="3523"/>
                      </a:lnTo>
                      <a:lnTo>
                        <a:pt x="1468" y="3964"/>
                      </a:lnTo>
                      <a:lnTo>
                        <a:pt x="1761" y="4404"/>
                      </a:lnTo>
                      <a:lnTo>
                        <a:pt x="2385" y="5174"/>
                      </a:lnTo>
                      <a:lnTo>
                        <a:pt x="2715" y="5541"/>
                      </a:lnTo>
                      <a:lnTo>
                        <a:pt x="3082" y="5908"/>
                      </a:lnTo>
                      <a:lnTo>
                        <a:pt x="3266" y="6018"/>
                      </a:lnTo>
                      <a:lnTo>
                        <a:pt x="3449" y="6128"/>
                      </a:lnTo>
                      <a:lnTo>
                        <a:pt x="3633" y="6238"/>
                      </a:lnTo>
                      <a:lnTo>
                        <a:pt x="3853" y="6275"/>
                      </a:lnTo>
                      <a:lnTo>
                        <a:pt x="4073" y="6312"/>
                      </a:lnTo>
                      <a:lnTo>
                        <a:pt x="4183" y="6312"/>
                      </a:lnTo>
                      <a:lnTo>
                        <a:pt x="4330" y="6275"/>
                      </a:lnTo>
                      <a:lnTo>
                        <a:pt x="4220" y="6202"/>
                      </a:lnTo>
                      <a:lnTo>
                        <a:pt x="4109" y="6128"/>
                      </a:lnTo>
                      <a:lnTo>
                        <a:pt x="3926" y="6018"/>
                      </a:lnTo>
                      <a:lnTo>
                        <a:pt x="3376" y="5651"/>
                      </a:lnTo>
                      <a:lnTo>
                        <a:pt x="2862" y="5174"/>
                      </a:lnTo>
                      <a:lnTo>
                        <a:pt x="2458" y="4734"/>
                      </a:lnTo>
                      <a:lnTo>
                        <a:pt x="2091" y="4257"/>
                      </a:lnTo>
                      <a:lnTo>
                        <a:pt x="1725" y="3743"/>
                      </a:lnTo>
                      <a:lnTo>
                        <a:pt x="1394" y="3266"/>
                      </a:lnTo>
                      <a:lnTo>
                        <a:pt x="1064" y="2716"/>
                      </a:lnTo>
                      <a:lnTo>
                        <a:pt x="771" y="2202"/>
                      </a:lnTo>
                      <a:lnTo>
                        <a:pt x="587" y="1799"/>
                      </a:lnTo>
                      <a:lnTo>
                        <a:pt x="404" y="1432"/>
                      </a:lnTo>
                      <a:lnTo>
                        <a:pt x="294" y="1028"/>
                      </a:lnTo>
                      <a:lnTo>
                        <a:pt x="220" y="588"/>
                      </a:lnTo>
                      <a:lnTo>
                        <a:pt x="184" y="331"/>
                      </a:lnTo>
                      <a:lnTo>
                        <a:pt x="147" y="74"/>
                      </a:lnTo>
                      <a:lnTo>
                        <a:pt x="147" y="38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23375;p37">
                  <a:extLst>
                    <a:ext uri="{FF2B5EF4-FFF2-40B4-BE49-F238E27FC236}">
                      <a16:creationId xmlns:a16="http://schemas.microsoft.com/office/drawing/2014/main" id="{1CB71ADA-0261-3519-5DDE-81DECBC55FAF}"/>
                    </a:ext>
                  </a:extLst>
                </p:cNvPr>
                <p:cNvSpPr/>
                <p:nvPr/>
              </p:nvSpPr>
              <p:spPr>
                <a:xfrm>
                  <a:off x="1134564" y="298955"/>
                  <a:ext cx="117263" cy="17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3" h="5175" extrusionOk="0">
                      <a:moveTo>
                        <a:pt x="37" y="1"/>
                      </a:moveTo>
                      <a:lnTo>
                        <a:pt x="0" y="38"/>
                      </a:lnTo>
                      <a:lnTo>
                        <a:pt x="37" y="74"/>
                      </a:lnTo>
                      <a:lnTo>
                        <a:pt x="147" y="184"/>
                      </a:lnTo>
                      <a:lnTo>
                        <a:pt x="221" y="294"/>
                      </a:lnTo>
                      <a:lnTo>
                        <a:pt x="331" y="515"/>
                      </a:lnTo>
                      <a:lnTo>
                        <a:pt x="404" y="735"/>
                      </a:lnTo>
                      <a:lnTo>
                        <a:pt x="551" y="1175"/>
                      </a:lnTo>
                      <a:lnTo>
                        <a:pt x="698" y="1652"/>
                      </a:lnTo>
                      <a:lnTo>
                        <a:pt x="881" y="2056"/>
                      </a:lnTo>
                      <a:lnTo>
                        <a:pt x="1101" y="2459"/>
                      </a:lnTo>
                      <a:lnTo>
                        <a:pt x="1358" y="2863"/>
                      </a:lnTo>
                      <a:lnTo>
                        <a:pt x="1688" y="3230"/>
                      </a:lnTo>
                      <a:lnTo>
                        <a:pt x="1982" y="3560"/>
                      </a:lnTo>
                      <a:lnTo>
                        <a:pt x="2679" y="4220"/>
                      </a:lnTo>
                      <a:lnTo>
                        <a:pt x="3009" y="4514"/>
                      </a:lnTo>
                      <a:lnTo>
                        <a:pt x="3156" y="4661"/>
                      </a:lnTo>
                      <a:lnTo>
                        <a:pt x="3266" y="4807"/>
                      </a:lnTo>
                      <a:lnTo>
                        <a:pt x="3486" y="5138"/>
                      </a:lnTo>
                      <a:lnTo>
                        <a:pt x="3486" y="5174"/>
                      </a:lnTo>
                      <a:lnTo>
                        <a:pt x="3523" y="5174"/>
                      </a:lnTo>
                      <a:lnTo>
                        <a:pt x="3523" y="5028"/>
                      </a:lnTo>
                      <a:lnTo>
                        <a:pt x="3486" y="4881"/>
                      </a:lnTo>
                      <a:lnTo>
                        <a:pt x="3303" y="4587"/>
                      </a:lnTo>
                      <a:lnTo>
                        <a:pt x="3082" y="4294"/>
                      </a:lnTo>
                      <a:lnTo>
                        <a:pt x="2752" y="3963"/>
                      </a:lnTo>
                      <a:lnTo>
                        <a:pt x="2385" y="3633"/>
                      </a:lnTo>
                      <a:lnTo>
                        <a:pt x="1798" y="3010"/>
                      </a:lnTo>
                      <a:lnTo>
                        <a:pt x="1541" y="2679"/>
                      </a:lnTo>
                      <a:lnTo>
                        <a:pt x="1285" y="2312"/>
                      </a:lnTo>
                      <a:lnTo>
                        <a:pt x="1064" y="1872"/>
                      </a:lnTo>
                      <a:lnTo>
                        <a:pt x="881" y="1432"/>
                      </a:lnTo>
                      <a:lnTo>
                        <a:pt x="661" y="992"/>
                      </a:lnTo>
                      <a:lnTo>
                        <a:pt x="477" y="551"/>
                      </a:lnTo>
                      <a:lnTo>
                        <a:pt x="331" y="294"/>
                      </a:lnTo>
                      <a:lnTo>
                        <a:pt x="147" y="38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25" name="Google Shape;23376;p37">
              <a:extLst>
                <a:ext uri="{FF2B5EF4-FFF2-40B4-BE49-F238E27FC236}">
                  <a16:creationId xmlns:a16="http://schemas.microsoft.com/office/drawing/2014/main" id="{04A6D93B-32F7-E57D-D70E-866944105D17}"/>
                </a:ext>
              </a:extLst>
            </p:cNvPr>
            <p:cNvGrpSpPr/>
            <p:nvPr/>
          </p:nvGrpSpPr>
          <p:grpSpPr>
            <a:xfrm>
              <a:off x="5639215" y="953746"/>
              <a:ext cx="376052" cy="151354"/>
              <a:chOff x="1458797" y="3273638"/>
              <a:chExt cx="458824" cy="184668"/>
            </a:xfrm>
          </p:grpSpPr>
          <p:sp>
            <p:nvSpPr>
              <p:cNvPr id="326" name="Google Shape;23377;p37">
                <a:extLst>
                  <a:ext uri="{FF2B5EF4-FFF2-40B4-BE49-F238E27FC236}">
                    <a16:creationId xmlns:a16="http://schemas.microsoft.com/office/drawing/2014/main" id="{D9608252-0D7F-0F8F-4518-0CC90B9EA9E4}"/>
                  </a:ext>
                </a:extLst>
              </p:cNvPr>
              <p:cNvSpPr/>
              <p:nvPr/>
            </p:nvSpPr>
            <p:spPr>
              <a:xfrm>
                <a:off x="1458797" y="3273673"/>
                <a:ext cx="458824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6568" h="2643" extrusionOk="0">
                    <a:moveTo>
                      <a:pt x="3853" y="0"/>
                    </a:moveTo>
                    <a:lnTo>
                      <a:pt x="3743" y="37"/>
                    </a:lnTo>
                    <a:lnTo>
                      <a:pt x="3596" y="74"/>
                    </a:lnTo>
                    <a:lnTo>
                      <a:pt x="3523" y="147"/>
                    </a:lnTo>
                    <a:lnTo>
                      <a:pt x="3339" y="74"/>
                    </a:lnTo>
                    <a:lnTo>
                      <a:pt x="3229" y="37"/>
                    </a:lnTo>
                    <a:lnTo>
                      <a:pt x="3082" y="74"/>
                    </a:lnTo>
                    <a:lnTo>
                      <a:pt x="2899" y="184"/>
                    </a:lnTo>
                    <a:lnTo>
                      <a:pt x="2789" y="111"/>
                    </a:lnTo>
                    <a:lnTo>
                      <a:pt x="2605" y="111"/>
                    </a:lnTo>
                    <a:lnTo>
                      <a:pt x="2495" y="221"/>
                    </a:lnTo>
                    <a:lnTo>
                      <a:pt x="2458" y="147"/>
                    </a:lnTo>
                    <a:lnTo>
                      <a:pt x="2385" y="111"/>
                    </a:lnTo>
                    <a:lnTo>
                      <a:pt x="2275" y="111"/>
                    </a:lnTo>
                    <a:lnTo>
                      <a:pt x="2092" y="147"/>
                    </a:lnTo>
                    <a:lnTo>
                      <a:pt x="1945" y="257"/>
                    </a:lnTo>
                    <a:lnTo>
                      <a:pt x="1871" y="331"/>
                    </a:lnTo>
                    <a:lnTo>
                      <a:pt x="1725" y="294"/>
                    </a:lnTo>
                    <a:lnTo>
                      <a:pt x="1578" y="257"/>
                    </a:lnTo>
                    <a:lnTo>
                      <a:pt x="1394" y="294"/>
                    </a:lnTo>
                    <a:lnTo>
                      <a:pt x="1211" y="404"/>
                    </a:lnTo>
                    <a:lnTo>
                      <a:pt x="1138" y="514"/>
                    </a:lnTo>
                    <a:lnTo>
                      <a:pt x="1101" y="624"/>
                    </a:lnTo>
                    <a:lnTo>
                      <a:pt x="1064" y="734"/>
                    </a:lnTo>
                    <a:lnTo>
                      <a:pt x="917" y="771"/>
                    </a:lnTo>
                    <a:lnTo>
                      <a:pt x="807" y="808"/>
                    </a:lnTo>
                    <a:lnTo>
                      <a:pt x="697" y="881"/>
                    </a:lnTo>
                    <a:lnTo>
                      <a:pt x="551" y="1028"/>
                    </a:lnTo>
                    <a:lnTo>
                      <a:pt x="551" y="1138"/>
                    </a:lnTo>
                    <a:lnTo>
                      <a:pt x="514" y="1248"/>
                    </a:lnTo>
                    <a:lnTo>
                      <a:pt x="514" y="1358"/>
                    </a:lnTo>
                    <a:lnTo>
                      <a:pt x="404" y="1395"/>
                    </a:lnTo>
                    <a:lnTo>
                      <a:pt x="294" y="1468"/>
                    </a:lnTo>
                    <a:lnTo>
                      <a:pt x="257" y="1578"/>
                    </a:lnTo>
                    <a:lnTo>
                      <a:pt x="220" y="1688"/>
                    </a:lnTo>
                    <a:lnTo>
                      <a:pt x="257" y="1762"/>
                    </a:lnTo>
                    <a:lnTo>
                      <a:pt x="257" y="1798"/>
                    </a:lnTo>
                    <a:lnTo>
                      <a:pt x="184" y="1872"/>
                    </a:lnTo>
                    <a:lnTo>
                      <a:pt x="110" y="1908"/>
                    </a:lnTo>
                    <a:lnTo>
                      <a:pt x="74" y="1982"/>
                    </a:lnTo>
                    <a:lnTo>
                      <a:pt x="74" y="2018"/>
                    </a:lnTo>
                    <a:lnTo>
                      <a:pt x="74" y="2092"/>
                    </a:lnTo>
                    <a:lnTo>
                      <a:pt x="110" y="2165"/>
                    </a:lnTo>
                    <a:lnTo>
                      <a:pt x="37" y="2239"/>
                    </a:lnTo>
                    <a:lnTo>
                      <a:pt x="0" y="2312"/>
                    </a:lnTo>
                    <a:lnTo>
                      <a:pt x="74" y="2385"/>
                    </a:lnTo>
                    <a:lnTo>
                      <a:pt x="147" y="2495"/>
                    </a:lnTo>
                    <a:lnTo>
                      <a:pt x="294" y="2532"/>
                    </a:lnTo>
                    <a:lnTo>
                      <a:pt x="844" y="2532"/>
                    </a:lnTo>
                    <a:lnTo>
                      <a:pt x="2238" y="2569"/>
                    </a:lnTo>
                    <a:lnTo>
                      <a:pt x="3156" y="2569"/>
                    </a:lnTo>
                    <a:lnTo>
                      <a:pt x="4366" y="2642"/>
                    </a:lnTo>
                    <a:lnTo>
                      <a:pt x="6201" y="2642"/>
                    </a:lnTo>
                    <a:lnTo>
                      <a:pt x="6421" y="2606"/>
                    </a:lnTo>
                    <a:lnTo>
                      <a:pt x="6495" y="2569"/>
                    </a:lnTo>
                    <a:lnTo>
                      <a:pt x="6568" y="2495"/>
                    </a:lnTo>
                    <a:lnTo>
                      <a:pt x="6568" y="2422"/>
                    </a:lnTo>
                    <a:lnTo>
                      <a:pt x="6495" y="2312"/>
                    </a:lnTo>
                    <a:lnTo>
                      <a:pt x="6384" y="2239"/>
                    </a:lnTo>
                    <a:lnTo>
                      <a:pt x="6238" y="2165"/>
                    </a:lnTo>
                    <a:lnTo>
                      <a:pt x="6311" y="2055"/>
                    </a:lnTo>
                    <a:lnTo>
                      <a:pt x="6348" y="1982"/>
                    </a:lnTo>
                    <a:lnTo>
                      <a:pt x="6311" y="1908"/>
                    </a:lnTo>
                    <a:lnTo>
                      <a:pt x="6274" y="1835"/>
                    </a:lnTo>
                    <a:lnTo>
                      <a:pt x="6238" y="1762"/>
                    </a:lnTo>
                    <a:lnTo>
                      <a:pt x="6091" y="1725"/>
                    </a:lnTo>
                    <a:lnTo>
                      <a:pt x="6128" y="1615"/>
                    </a:lnTo>
                    <a:lnTo>
                      <a:pt x="6128" y="1505"/>
                    </a:lnTo>
                    <a:lnTo>
                      <a:pt x="6091" y="1431"/>
                    </a:lnTo>
                    <a:lnTo>
                      <a:pt x="6054" y="1358"/>
                    </a:lnTo>
                    <a:lnTo>
                      <a:pt x="5944" y="1321"/>
                    </a:lnTo>
                    <a:lnTo>
                      <a:pt x="5871" y="1321"/>
                    </a:lnTo>
                    <a:lnTo>
                      <a:pt x="5834" y="1285"/>
                    </a:lnTo>
                    <a:lnTo>
                      <a:pt x="5871" y="1138"/>
                    </a:lnTo>
                    <a:lnTo>
                      <a:pt x="5871" y="1064"/>
                    </a:lnTo>
                    <a:lnTo>
                      <a:pt x="5834" y="954"/>
                    </a:lnTo>
                    <a:lnTo>
                      <a:pt x="5761" y="808"/>
                    </a:lnTo>
                    <a:lnTo>
                      <a:pt x="5651" y="698"/>
                    </a:lnTo>
                    <a:lnTo>
                      <a:pt x="5504" y="661"/>
                    </a:lnTo>
                    <a:lnTo>
                      <a:pt x="5357" y="624"/>
                    </a:lnTo>
                    <a:lnTo>
                      <a:pt x="5247" y="661"/>
                    </a:lnTo>
                    <a:lnTo>
                      <a:pt x="5174" y="661"/>
                    </a:lnTo>
                    <a:lnTo>
                      <a:pt x="5137" y="624"/>
                    </a:lnTo>
                    <a:lnTo>
                      <a:pt x="5100" y="551"/>
                    </a:lnTo>
                    <a:lnTo>
                      <a:pt x="5027" y="441"/>
                    </a:lnTo>
                    <a:lnTo>
                      <a:pt x="4953" y="331"/>
                    </a:lnTo>
                    <a:lnTo>
                      <a:pt x="4770" y="257"/>
                    </a:lnTo>
                    <a:lnTo>
                      <a:pt x="4623" y="221"/>
                    </a:lnTo>
                    <a:lnTo>
                      <a:pt x="4477" y="221"/>
                    </a:lnTo>
                    <a:lnTo>
                      <a:pt x="4293" y="294"/>
                    </a:lnTo>
                    <a:lnTo>
                      <a:pt x="4220" y="184"/>
                    </a:lnTo>
                    <a:lnTo>
                      <a:pt x="4110" y="111"/>
                    </a:lnTo>
                    <a:lnTo>
                      <a:pt x="4000" y="37"/>
                    </a:lnTo>
                    <a:lnTo>
                      <a:pt x="3853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23378;p37">
                <a:extLst>
                  <a:ext uri="{FF2B5EF4-FFF2-40B4-BE49-F238E27FC236}">
                    <a16:creationId xmlns:a16="http://schemas.microsoft.com/office/drawing/2014/main" id="{C9FC3B1D-5C8D-F603-E7DB-AA9EA0E0DA16}"/>
                  </a:ext>
                </a:extLst>
              </p:cNvPr>
              <p:cNvSpPr/>
              <p:nvPr/>
            </p:nvSpPr>
            <p:spPr>
              <a:xfrm>
                <a:off x="1458797" y="3273638"/>
                <a:ext cx="458824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6568" h="2643" extrusionOk="0">
                    <a:moveTo>
                      <a:pt x="3779" y="1"/>
                    </a:moveTo>
                    <a:lnTo>
                      <a:pt x="3633" y="74"/>
                    </a:lnTo>
                    <a:lnTo>
                      <a:pt x="3523" y="148"/>
                    </a:lnTo>
                    <a:lnTo>
                      <a:pt x="3339" y="74"/>
                    </a:lnTo>
                    <a:lnTo>
                      <a:pt x="3192" y="38"/>
                    </a:lnTo>
                    <a:lnTo>
                      <a:pt x="3082" y="111"/>
                    </a:lnTo>
                    <a:lnTo>
                      <a:pt x="2899" y="184"/>
                    </a:lnTo>
                    <a:lnTo>
                      <a:pt x="2789" y="111"/>
                    </a:lnTo>
                    <a:lnTo>
                      <a:pt x="2679" y="111"/>
                    </a:lnTo>
                    <a:lnTo>
                      <a:pt x="2605" y="148"/>
                    </a:lnTo>
                    <a:lnTo>
                      <a:pt x="2495" y="221"/>
                    </a:lnTo>
                    <a:lnTo>
                      <a:pt x="2458" y="148"/>
                    </a:lnTo>
                    <a:lnTo>
                      <a:pt x="2385" y="111"/>
                    </a:lnTo>
                    <a:lnTo>
                      <a:pt x="2128" y="111"/>
                    </a:lnTo>
                    <a:lnTo>
                      <a:pt x="2018" y="184"/>
                    </a:lnTo>
                    <a:lnTo>
                      <a:pt x="1945" y="258"/>
                    </a:lnTo>
                    <a:lnTo>
                      <a:pt x="1871" y="331"/>
                    </a:lnTo>
                    <a:lnTo>
                      <a:pt x="1725" y="294"/>
                    </a:lnTo>
                    <a:lnTo>
                      <a:pt x="1578" y="258"/>
                    </a:lnTo>
                    <a:lnTo>
                      <a:pt x="1468" y="294"/>
                    </a:lnTo>
                    <a:lnTo>
                      <a:pt x="1321" y="331"/>
                    </a:lnTo>
                    <a:lnTo>
                      <a:pt x="1211" y="404"/>
                    </a:lnTo>
                    <a:lnTo>
                      <a:pt x="1138" y="515"/>
                    </a:lnTo>
                    <a:lnTo>
                      <a:pt x="1101" y="625"/>
                    </a:lnTo>
                    <a:lnTo>
                      <a:pt x="1064" y="735"/>
                    </a:lnTo>
                    <a:lnTo>
                      <a:pt x="917" y="771"/>
                    </a:lnTo>
                    <a:lnTo>
                      <a:pt x="807" y="808"/>
                    </a:lnTo>
                    <a:lnTo>
                      <a:pt x="697" y="881"/>
                    </a:lnTo>
                    <a:lnTo>
                      <a:pt x="551" y="1028"/>
                    </a:lnTo>
                    <a:lnTo>
                      <a:pt x="551" y="1138"/>
                    </a:lnTo>
                    <a:lnTo>
                      <a:pt x="514" y="1248"/>
                    </a:lnTo>
                    <a:lnTo>
                      <a:pt x="514" y="1358"/>
                    </a:lnTo>
                    <a:lnTo>
                      <a:pt x="404" y="1395"/>
                    </a:lnTo>
                    <a:lnTo>
                      <a:pt x="294" y="1468"/>
                    </a:lnTo>
                    <a:lnTo>
                      <a:pt x="257" y="1579"/>
                    </a:lnTo>
                    <a:lnTo>
                      <a:pt x="220" y="1689"/>
                    </a:lnTo>
                    <a:lnTo>
                      <a:pt x="257" y="1762"/>
                    </a:lnTo>
                    <a:lnTo>
                      <a:pt x="257" y="1799"/>
                    </a:lnTo>
                    <a:lnTo>
                      <a:pt x="184" y="1872"/>
                    </a:lnTo>
                    <a:lnTo>
                      <a:pt x="110" y="1909"/>
                    </a:lnTo>
                    <a:lnTo>
                      <a:pt x="74" y="1982"/>
                    </a:lnTo>
                    <a:lnTo>
                      <a:pt x="74" y="2019"/>
                    </a:lnTo>
                    <a:lnTo>
                      <a:pt x="74" y="2092"/>
                    </a:lnTo>
                    <a:lnTo>
                      <a:pt x="110" y="2166"/>
                    </a:lnTo>
                    <a:lnTo>
                      <a:pt x="37" y="2239"/>
                    </a:lnTo>
                    <a:lnTo>
                      <a:pt x="0" y="2312"/>
                    </a:lnTo>
                    <a:lnTo>
                      <a:pt x="74" y="2386"/>
                    </a:lnTo>
                    <a:lnTo>
                      <a:pt x="184" y="2496"/>
                    </a:lnTo>
                    <a:lnTo>
                      <a:pt x="330" y="2533"/>
                    </a:lnTo>
                    <a:lnTo>
                      <a:pt x="844" y="2533"/>
                    </a:lnTo>
                    <a:lnTo>
                      <a:pt x="2238" y="2569"/>
                    </a:lnTo>
                    <a:lnTo>
                      <a:pt x="3156" y="2569"/>
                    </a:lnTo>
                    <a:lnTo>
                      <a:pt x="4366" y="2643"/>
                    </a:lnTo>
                    <a:lnTo>
                      <a:pt x="6164" y="2643"/>
                    </a:lnTo>
                    <a:lnTo>
                      <a:pt x="6421" y="2606"/>
                    </a:lnTo>
                    <a:lnTo>
                      <a:pt x="6495" y="2569"/>
                    </a:lnTo>
                    <a:lnTo>
                      <a:pt x="6568" y="2496"/>
                    </a:lnTo>
                    <a:lnTo>
                      <a:pt x="6568" y="2422"/>
                    </a:lnTo>
                    <a:lnTo>
                      <a:pt x="6495" y="2312"/>
                    </a:lnTo>
                    <a:lnTo>
                      <a:pt x="6384" y="2239"/>
                    </a:lnTo>
                    <a:lnTo>
                      <a:pt x="6238" y="2166"/>
                    </a:lnTo>
                    <a:lnTo>
                      <a:pt x="6311" y="2056"/>
                    </a:lnTo>
                    <a:lnTo>
                      <a:pt x="6348" y="1982"/>
                    </a:lnTo>
                    <a:lnTo>
                      <a:pt x="6311" y="1909"/>
                    </a:lnTo>
                    <a:lnTo>
                      <a:pt x="6274" y="1835"/>
                    </a:lnTo>
                    <a:lnTo>
                      <a:pt x="6238" y="1762"/>
                    </a:lnTo>
                    <a:lnTo>
                      <a:pt x="6091" y="1725"/>
                    </a:lnTo>
                    <a:lnTo>
                      <a:pt x="6128" y="1615"/>
                    </a:lnTo>
                    <a:lnTo>
                      <a:pt x="6128" y="1505"/>
                    </a:lnTo>
                    <a:lnTo>
                      <a:pt x="6091" y="1432"/>
                    </a:lnTo>
                    <a:lnTo>
                      <a:pt x="6054" y="1358"/>
                    </a:lnTo>
                    <a:lnTo>
                      <a:pt x="5944" y="1322"/>
                    </a:lnTo>
                    <a:lnTo>
                      <a:pt x="5871" y="1322"/>
                    </a:lnTo>
                    <a:lnTo>
                      <a:pt x="5834" y="1285"/>
                    </a:lnTo>
                    <a:lnTo>
                      <a:pt x="5871" y="1138"/>
                    </a:lnTo>
                    <a:lnTo>
                      <a:pt x="5871" y="1065"/>
                    </a:lnTo>
                    <a:lnTo>
                      <a:pt x="5834" y="955"/>
                    </a:lnTo>
                    <a:lnTo>
                      <a:pt x="5761" y="808"/>
                    </a:lnTo>
                    <a:lnTo>
                      <a:pt x="5651" y="698"/>
                    </a:lnTo>
                    <a:lnTo>
                      <a:pt x="5504" y="661"/>
                    </a:lnTo>
                    <a:lnTo>
                      <a:pt x="5394" y="625"/>
                    </a:lnTo>
                    <a:lnTo>
                      <a:pt x="5247" y="661"/>
                    </a:lnTo>
                    <a:lnTo>
                      <a:pt x="5210" y="661"/>
                    </a:lnTo>
                    <a:lnTo>
                      <a:pt x="5137" y="625"/>
                    </a:lnTo>
                    <a:lnTo>
                      <a:pt x="5100" y="551"/>
                    </a:lnTo>
                    <a:lnTo>
                      <a:pt x="5027" y="441"/>
                    </a:lnTo>
                    <a:lnTo>
                      <a:pt x="4953" y="331"/>
                    </a:lnTo>
                    <a:lnTo>
                      <a:pt x="4843" y="258"/>
                    </a:lnTo>
                    <a:lnTo>
                      <a:pt x="4733" y="221"/>
                    </a:lnTo>
                    <a:lnTo>
                      <a:pt x="4477" y="221"/>
                    </a:lnTo>
                    <a:lnTo>
                      <a:pt x="4293" y="294"/>
                    </a:lnTo>
                    <a:lnTo>
                      <a:pt x="4220" y="184"/>
                    </a:lnTo>
                    <a:lnTo>
                      <a:pt x="4110" y="111"/>
                    </a:lnTo>
                    <a:lnTo>
                      <a:pt x="4000" y="38"/>
                    </a:lnTo>
                    <a:lnTo>
                      <a:pt x="388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23379;p37">
                <a:extLst>
                  <a:ext uri="{FF2B5EF4-FFF2-40B4-BE49-F238E27FC236}">
                    <a16:creationId xmlns:a16="http://schemas.microsoft.com/office/drawing/2014/main" id="{BE43E2CF-C51B-B9BE-A9BA-F5939DEC0E41}"/>
                  </a:ext>
                </a:extLst>
              </p:cNvPr>
              <p:cNvSpPr/>
              <p:nvPr/>
            </p:nvSpPr>
            <p:spPr>
              <a:xfrm>
                <a:off x="1758699" y="3365921"/>
                <a:ext cx="23123" cy="2829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405" extrusionOk="0">
                    <a:moveTo>
                      <a:pt x="37" y="1"/>
                    </a:moveTo>
                    <a:lnTo>
                      <a:pt x="0" y="37"/>
                    </a:lnTo>
                    <a:lnTo>
                      <a:pt x="110" y="74"/>
                    </a:lnTo>
                    <a:lnTo>
                      <a:pt x="184" y="147"/>
                    </a:lnTo>
                    <a:lnTo>
                      <a:pt x="184" y="221"/>
                    </a:lnTo>
                    <a:lnTo>
                      <a:pt x="147" y="294"/>
                    </a:lnTo>
                    <a:lnTo>
                      <a:pt x="0" y="331"/>
                    </a:lnTo>
                    <a:lnTo>
                      <a:pt x="0" y="368"/>
                    </a:lnTo>
                    <a:lnTo>
                      <a:pt x="0" y="404"/>
                    </a:lnTo>
                    <a:lnTo>
                      <a:pt x="147" y="404"/>
                    </a:lnTo>
                    <a:lnTo>
                      <a:pt x="257" y="368"/>
                    </a:lnTo>
                    <a:lnTo>
                      <a:pt x="330" y="294"/>
                    </a:lnTo>
                    <a:lnTo>
                      <a:pt x="294" y="184"/>
                    </a:lnTo>
                    <a:lnTo>
                      <a:pt x="257" y="111"/>
                    </a:lnTo>
                    <a:lnTo>
                      <a:pt x="184" y="37"/>
                    </a:lnTo>
                    <a:lnTo>
                      <a:pt x="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23380;p37">
                <a:extLst>
                  <a:ext uri="{FF2B5EF4-FFF2-40B4-BE49-F238E27FC236}">
                    <a16:creationId xmlns:a16="http://schemas.microsoft.com/office/drawing/2014/main" id="{7CE08123-C91C-D93A-9721-C8A651FBD227}"/>
                  </a:ext>
                </a:extLst>
              </p:cNvPr>
              <p:cNvSpPr/>
              <p:nvPr/>
            </p:nvSpPr>
            <p:spPr>
              <a:xfrm>
                <a:off x="1545911" y="3383875"/>
                <a:ext cx="25708" cy="25708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68" extrusionOk="0">
                    <a:moveTo>
                      <a:pt x="184" y="1"/>
                    </a:moveTo>
                    <a:lnTo>
                      <a:pt x="111" y="37"/>
                    </a:lnTo>
                    <a:lnTo>
                      <a:pt x="37" y="111"/>
                    </a:lnTo>
                    <a:lnTo>
                      <a:pt x="1" y="221"/>
                    </a:lnTo>
                    <a:lnTo>
                      <a:pt x="37" y="294"/>
                    </a:lnTo>
                    <a:lnTo>
                      <a:pt x="147" y="367"/>
                    </a:lnTo>
                    <a:lnTo>
                      <a:pt x="331" y="367"/>
                    </a:lnTo>
                    <a:lnTo>
                      <a:pt x="368" y="294"/>
                    </a:lnTo>
                    <a:lnTo>
                      <a:pt x="221" y="294"/>
                    </a:lnTo>
                    <a:lnTo>
                      <a:pt x="184" y="257"/>
                    </a:lnTo>
                    <a:lnTo>
                      <a:pt x="111" y="221"/>
                    </a:lnTo>
                    <a:lnTo>
                      <a:pt x="147" y="147"/>
                    </a:lnTo>
                    <a:lnTo>
                      <a:pt x="184" y="111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23381;p37">
                <a:extLst>
                  <a:ext uri="{FF2B5EF4-FFF2-40B4-BE49-F238E27FC236}">
                    <a16:creationId xmlns:a16="http://schemas.microsoft.com/office/drawing/2014/main" id="{D0D34FA7-B457-DBEB-2FB0-F7E2051F81C8}"/>
                  </a:ext>
                </a:extLst>
              </p:cNvPr>
              <p:cNvSpPr/>
              <p:nvPr/>
            </p:nvSpPr>
            <p:spPr>
              <a:xfrm>
                <a:off x="1820174" y="3399244"/>
                <a:ext cx="18023" cy="20608"/>
              </a:xfrm>
              <a:custGeom>
                <a:avLst/>
                <a:gdLst/>
                <a:ahLst/>
                <a:cxnLst/>
                <a:rect l="l" t="t" r="r" b="b"/>
                <a:pathLst>
                  <a:path w="258" h="295" extrusionOk="0">
                    <a:moveTo>
                      <a:pt x="184" y="1"/>
                    </a:moveTo>
                    <a:lnTo>
                      <a:pt x="111" y="147"/>
                    </a:lnTo>
                    <a:lnTo>
                      <a:pt x="1" y="258"/>
                    </a:lnTo>
                    <a:lnTo>
                      <a:pt x="37" y="294"/>
                    </a:lnTo>
                    <a:lnTo>
                      <a:pt x="74" y="294"/>
                    </a:lnTo>
                    <a:lnTo>
                      <a:pt x="147" y="258"/>
                    </a:lnTo>
                    <a:lnTo>
                      <a:pt x="184" y="221"/>
                    </a:lnTo>
                    <a:lnTo>
                      <a:pt x="221" y="147"/>
                    </a:lnTo>
                    <a:lnTo>
                      <a:pt x="257" y="111"/>
                    </a:lnTo>
                    <a:lnTo>
                      <a:pt x="257" y="37"/>
                    </a:lnTo>
                    <a:lnTo>
                      <a:pt x="1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23382;p37">
                <a:extLst>
                  <a:ext uri="{FF2B5EF4-FFF2-40B4-BE49-F238E27FC236}">
                    <a16:creationId xmlns:a16="http://schemas.microsoft.com/office/drawing/2014/main" id="{4C09D372-C244-0B24-5904-30C366103F0B}"/>
                  </a:ext>
                </a:extLst>
              </p:cNvPr>
              <p:cNvSpPr/>
              <p:nvPr/>
            </p:nvSpPr>
            <p:spPr>
              <a:xfrm>
                <a:off x="1640778" y="3360822"/>
                <a:ext cx="18023" cy="28222"/>
              </a:xfrm>
              <a:custGeom>
                <a:avLst/>
                <a:gdLst/>
                <a:ahLst/>
                <a:cxnLst/>
                <a:rect l="l" t="t" r="r" b="b"/>
                <a:pathLst>
                  <a:path w="258" h="404" extrusionOk="0">
                    <a:moveTo>
                      <a:pt x="184" y="0"/>
                    </a:moveTo>
                    <a:lnTo>
                      <a:pt x="110" y="37"/>
                    </a:lnTo>
                    <a:lnTo>
                      <a:pt x="74" y="74"/>
                    </a:lnTo>
                    <a:lnTo>
                      <a:pt x="37" y="147"/>
                    </a:lnTo>
                    <a:lnTo>
                      <a:pt x="0" y="220"/>
                    </a:lnTo>
                    <a:lnTo>
                      <a:pt x="37" y="331"/>
                    </a:lnTo>
                    <a:lnTo>
                      <a:pt x="110" y="404"/>
                    </a:lnTo>
                    <a:lnTo>
                      <a:pt x="184" y="404"/>
                    </a:lnTo>
                    <a:lnTo>
                      <a:pt x="147" y="294"/>
                    </a:lnTo>
                    <a:lnTo>
                      <a:pt x="147" y="184"/>
                    </a:lnTo>
                    <a:lnTo>
                      <a:pt x="184" y="110"/>
                    </a:lnTo>
                    <a:lnTo>
                      <a:pt x="257" y="37"/>
                    </a:ln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2" name="Google Shape;23383;p37">
              <a:extLst>
                <a:ext uri="{FF2B5EF4-FFF2-40B4-BE49-F238E27FC236}">
                  <a16:creationId xmlns:a16="http://schemas.microsoft.com/office/drawing/2014/main" id="{403E1CE2-A565-1532-9328-37B0D2FFDED5}"/>
                </a:ext>
              </a:extLst>
            </p:cNvPr>
            <p:cNvSpPr txBox="1"/>
            <p:nvPr/>
          </p:nvSpPr>
          <p:spPr>
            <a:xfrm rot="-200386">
              <a:off x="6465923" y="4274302"/>
              <a:ext cx="1210155" cy="3029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1"/>
                  </a:solidFill>
                  <a:latin typeface="Readex Pro"/>
                  <a:ea typeface="Readex Pro"/>
                  <a:cs typeface="Readex Pro"/>
                  <a:sym typeface="Readex Pro"/>
                </a:rPr>
                <a:t>Meat &amp; fish</a:t>
              </a:r>
              <a:endParaRPr sz="1200" b="1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endParaRPr>
            </a:p>
          </p:txBody>
        </p:sp>
        <p:sp>
          <p:nvSpPr>
            <p:cNvPr id="333" name="Google Shape;23384;p37">
              <a:extLst>
                <a:ext uri="{FF2B5EF4-FFF2-40B4-BE49-F238E27FC236}">
                  <a16:creationId xmlns:a16="http://schemas.microsoft.com/office/drawing/2014/main" id="{1C5B1F41-8842-C9B9-1797-BCFC3227475F}"/>
                </a:ext>
              </a:extLst>
            </p:cNvPr>
            <p:cNvSpPr/>
            <p:nvPr/>
          </p:nvSpPr>
          <p:spPr>
            <a:xfrm rot="3076121" flipH="1">
              <a:off x="8003485" y="3100261"/>
              <a:ext cx="383102" cy="92238"/>
            </a:xfrm>
            <a:custGeom>
              <a:avLst/>
              <a:gdLst/>
              <a:ahLst/>
              <a:cxnLst/>
              <a:rect l="l" t="t" r="r" b="b"/>
              <a:pathLst>
                <a:path w="21870" h="5266" extrusionOk="0">
                  <a:moveTo>
                    <a:pt x="10328" y="1"/>
                  </a:moveTo>
                  <a:lnTo>
                    <a:pt x="9437" y="41"/>
                  </a:lnTo>
                  <a:lnTo>
                    <a:pt x="8708" y="82"/>
                  </a:lnTo>
                  <a:lnTo>
                    <a:pt x="7979" y="203"/>
                  </a:lnTo>
                  <a:lnTo>
                    <a:pt x="7250" y="325"/>
                  </a:lnTo>
                  <a:lnTo>
                    <a:pt x="6521" y="527"/>
                  </a:lnTo>
                  <a:lnTo>
                    <a:pt x="5833" y="730"/>
                  </a:lnTo>
                  <a:lnTo>
                    <a:pt x="5144" y="1013"/>
                  </a:lnTo>
                  <a:lnTo>
                    <a:pt x="4456" y="1296"/>
                  </a:lnTo>
                  <a:lnTo>
                    <a:pt x="3808" y="1580"/>
                  </a:lnTo>
                  <a:lnTo>
                    <a:pt x="3808" y="1580"/>
                  </a:lnTo>
                  <a:lnTo>
                    <a:pt x="3848" y="1377"/>
                  </a:lnTo>
                  <a:lnTo>
                    <a:pt x="3889" y="1175"/>
                  </a:lnTo>
                  <a:lnTo>
                    <a:pt x="3889" y="973"/>
                  </a:lnTo>
                  <a:lnTo>
                    <a:pt x="3848" y="730"/>
                  </a:lnTo>
                  <a:lnTo>
                    <a:pt x="3767" y="568"/>
                  </a:lnTo>
                  <a:lnTo>
                    <a:pt x="3605" y="406"/>
                  </a:lnTo>
                  <a:lnTo>
                    <a:pt x="3443" y="325"/>
                  </a:lnTo>
                  <a:lnTo>
                    <a:pt x="3200" y="284"/>
                  </a:lnTo>
                  <a:lnTo>
                    <a:pt x="3038" y="325"/>
                  </a:lnTo>
                  <a:lnTo>
                    <a:pt x="2836" y="406"/>
                  </a:lnTo>
                  <a:lnTo>
                    <a:pt x="2512" y="608"/>
                  </a:lnTo>
                  <a:lnTo>
                    <a:pt x="2228" y="851"/>
                  </a:lnTo>
                  <a:lnTo>
                    <a:pt x="1945" y="1135"/>
                  </a:lnTo>
                  <a:lnTo>
                    <a:pt x="1459" y="1742"/>
                  </a:lnTo>
                  <a:lnTo>
                    <a:pt x="932" y="2309"/>
                  </a:lnTo>
                  <a:lnTo>
                    <a:pt x="649" y="2592"/>
                  </a:lnTo>
                  <a:lnTo>
                    <a:pt x="446" y="2916"/>
                  </a:lnTo>
                  <a:lnTo>
                    <a:pt x="203" y="3240"/>
                  </a:lnTo>
                  <a:lnTo>
                    <a:pt x="41" y="3564"/>
                  </a:lnTo>
                  <a:lnTo>
                    <a:pt x="1" y="3726"/>
                  </a:lnTo>
                  <a:lnTo>
                    <a:pt x="1" y="3848"/>
                  </a:lnTo>
                  <a:lnTo>
                    <a:pt x="1" y="4010"/>
                  </a:lnTo>
                  <a:lnTo>
                    <a:pt x="41" y="4131"/>
                  </a:lnTo>
                  <a:lnTo>
                    <a:pt x="122" y="4293"/>
                  </a:lnTo>
                  <a:lnTo>
                    <a:pt x="203" y="4374"/>
                  </a:lnTo>
                  <a:lnTo>
                    <a:pt x="325" y="4496"/>
                  </a:lnTo>
                  <a:lnTo>
                    <a:pt x="487" y="4536"/>
                  </a:lnTo>
                  <a:lnTo>
                    <a:pt x="811" y="4658"/>
                  </a:lnTo>
                  <a:lnTo>
                    <a:pt x="1135" y="4779"/>
                  </a:lnTo>
                  <a:lnTo>
                    <a:pt x="1823" y="4941"/>
                  </a:lnTo>
                  <a:lnTo>
                    <a:pt x="3200" y="5184"/>
                  </a:lnTo>
                  <a:lnTo>
                    <a:pt x="3727" y="5265"/>
                  </a:lnTo>
                  <a:lnTo>
                    <a:pt x="4577" y="5265"/>
                  </a:lnTo>
                  <a:lnTo>
                    <a:pt x="4861" y="5225"/>
                  </a:lnTo>
                  <a:lnTo>
                    <a:pt x="5104" y="5184"/>
                  </a:lnTo>
                  <a:lnTo>
                    <a:pt x="5387" y="5063"/>
                  </a:lnTo>
                  <a:lnTo>
                    <a:pt x="5509" y="4982"/>
                  </a:lnTo>
                  <a:lnTo>
                    <a:pt x="5630" y="4860"/>
                  </a:lnTo>
                  <a:lnTo>
                    <a:pt x="5671" y="4698"/>
                  </a:lnTo>
                  <a:lnTo>
                    <a:pt x="5711" y="4536"/>
                  </a:lnTo>
                  <a:lnTo>
                    <a:pt x="5711" y="4374"/>
                  </a:lnTo>
                  <a:lnTo>
                    <a:pt x="5711" y="4212"/>
                  </a:lnTo>
                  <a:lnTo>
                    <a:pt x="5630" y="4091"/>
                  </a:lnTo>
                  <a:lnTo>
                    <a:pt x="5549" y="3969"/>
                  </a:lnTo>
                  <a:lnTo>
                    <a:pt x="5306" y="3726"/>
                  </a:lnTo>
                  <a:lnTo>
                    <a:pt x="5063" y="3564"/>
                  </a:lnTo>
                  <a:lnTo>
                    <a:pt x="4780" y="3402"/>
                  </a:lnTo>
                  <a:lnTo>
                    <a:pt x="4496" y="3281"/>
                  </a:lnTo>
                  <a:lnTo>
                    <a:pt x="3889" y="3078"/>
                  </a:lnTo>
                  <a:lnTo>
                    <a:pt x="3322" y="2916"/>
                  </a:lnTo>
                  <a:lnTo>
                    <a:pt x="5306" y="2025"/>
                  </a:lnTo>
                  <a:lnTo>
                    <a:pt x="5873" y="1782"/>
                  </a:lnTo>
                  <a:lnTo>
                    <a:pt x="6440" y="1580"/>
                  </a:lnTo>
                  <a:lnTo>
                    <a:pt x="7007" y="1418"/>
                  </a:lnTo>
                  <a:lnTo>
                    <a:pt x="7574" y="1256"/>
                  </a:lnTo>
                  <a:lnTo>
                    <a:pt x="8181" y="1135"/>
                  </a:lnTo>
                  <a:lnTo>
                    <a:pt x="8789" y="1054"/>
                  </a:lnTo>
                  <a:lnTo>
                    <a:pt x="9396" y="973"/>
                  </a:lnTo>
                  <a:lnTo>
                    <a:pt x="10004" y="932"/>
                  </a:lnTo>
                  <a:lnTo>
                    <a:pt x="10733" y="892"/>
                  </a:lnTo>
                  <a:lnTo>
                    <a:pt x="11462" y="892"/>
                  </a:lnTo>
                  <a:lnTo>
                    <a:pt x="12191" y="932"/>
                  </a:lnTo>
                  <a:lnTo>
                    <a:pt x="12920" y="973"/>
                  </a:lnTo>
                  <a:lnTo>
                    <a:pt x="13649" y="1054"/>
                  </a:lnTo>
                  <a:lnTo>
                    <a:pt x="14378" y="1135"/>
                  </a:lnTo>
                  <a:lnTo>
                    <a:pt x="15106" y="1256"/>
                  </a:lnTo>
                  <a:lnTo>
                    <a:pt x="15795" y="1418"/>
                  </a:lnTo>
                  <a:lnTo>
                    <a:pt x="16524" y="1580"/>
                  </a:lnTo>
                  <a:lnTo>
                    <a:pt x="17212" y="1782"/>
                  </a:lnTo>
                  <a:lnTo>
                    <a:pt x="17901" y="2025"/>
                  </a:lnTo>
                  <a:lnTo>
                    <a:pt x="18630" y="2268"/>
                  </a:lnTo>
                  <a:lnTo>
                    <a:pt x="19278" y="2511"/>
                  </a:lnTo>
                  <a:lnTo>
                    <a:pt x="19966" y="2835"/>
                  </a:lnTo>
                  <a:lnTo>
                    <a:pt x="20614" y="3159"/>
                  </a:lnTo>
                  <a:lnTo>
                    <a:pt x="21262" y="3483"/>
                  </a:lnTo>
                  <a:lnTo>
                    <a:pt x="21424" y="3564"/>
                  </a:lnTo>
                  <a:lnTo>
                    <a:pt x="21546" y="3564"/>
                  </a:lnTo>
                  <a:lnTo>
                    <a:pt x="21708" y="3605"/>
                  </a:lnTo>
                  <a:lnTo>
                    <a:pt x="21870" y="3564"/>
                  </a:lnTo>
                  <a:lnTo>
                    <a:pt x="21748" y="3362"/>
                  </a:lnTo>
                  <a:lnTo>
                    <a:pt x="21586" y="3159"/>
                  </a:lnTo>
                  <a:lnTo>
                    <a:pt x="21384" y="2957"/>
                  </a:lnTo>
                  <a:lnTo>
                    <a:pt x="21181" y="2835"/>
                  </a:lnTo>
                  <a:lnTo>
                    <a:pt x="20655" y="2471"/>
                  </a:lnTo>
                  <a:lnTo>
                    <a:pt x="20088" y="2187"/>
                  </a:lnTo>
                  <a:lnTo>
                    <a:pt x="19561" y="1904"/>
                  </a:lnTo>
                  <a:lnTo>
                    <a:pt x="18994" y="1661"/>
                  </a:lnTo>
                  <a:lnTo>
                    <a:pt x="17820" y="1216"/>
                  </a:lnTo>
                  <a:lnTo>
                    <a:pt x="16645" y="851"/>
                  </a:lnTo>
                  <a:lnTo>
                    <a:pt x="15754" y="608"/>
                  </a:lnTo>
                  <a:lnTo>
                    <a:pt x="14864" y="446"/>
                  </a:lnTo>
                  <a:lnTo>
                    <a:pt x="13973" y="284"/>
                  </a:lnTo>
                  <a:lnTo>
                    <a:pt x="13082" y="163"/>
                  </a:lnTo>
                  <a:lnTo>
                    <a:pt x="12150" y="82"/>
                  </a:lnTo>
                  <a:lnTo>
                    <a:pt x="11259" y="41"/>
                  </a:lnTo>
                  <a:lnTo>
                    <a:pt x="10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3385;p37">
              <a:extLst>
                <a:ext uri="{FF2B5EF4-FFF2-40B4-BE49-F238E27FC236}">
                  <a16:creationId xmlns:a16="http://schemas.microsoft.com/office/drawing/2014/main" id="{902D77B3-1CA4-C43B-E7DE-4D9B996FC721}"/>
                </a:ext>
              </a:extLst>
            </p:cNvPr>
            <p:cNvSpPr/>
            <p:nvPr/>
          </p:nvSpPr>
          <p:spPr>
            <a:xfrm rot="7911686">
              <a:off x="7536196" y="940016"/>
              <a:ext cx="425794" cy="102526"/>
            </a:xfrm>
            <a:custGeom>
              <a:avLst/>
              <a:gdLst/>
              <a:ahLst/>
              <a:cxnLst/>
              <a:rect l="l" t="t" r="r" b="b"/>
              <a:pathLst>
                <a:path w="21870" h="5266" extrusionOk="0">
                  <a:moveTo>
                    <a:pt x="10328" y="1"/>
                  </a:moveTo>
                  <a:lnTo>
                    <a:pt x="9437" y="41"/>
                  </a:lnTo>
                  <a:lnTo>
                    <a:pt x="8708" y="82"/>
                  </a:lnTo>
                  <a:lnTo>
                    <a:pt x="7979" y="203"/>
                  </a:lnTo>
                  <a:lnTo>
                    <a:pt x="7250" y="325"/>
                  </a:lnTo>
                  <a:lnTo>
                    <a:pt x="6521" y="527"/>
                  </a:lnTo>
                  <a:lnTo>
                    <a:pt x="5833" y="730"/>
                  </a:lnTo>
                  <a:lnTo>
                    <a:pt x="5144" y="1013"/>
                  </a:lnTo>
                  <a:lnTo>
                    <a:pt x="4456" y="1296"/>
                  </a:lnTo>
                  <a:lnTo>
                    <a:pt x="3808" y="1580"/>
                  </a:lnTo>
                  <a:lnTo>
                    <a:pt x="3808" y="1580"/>
                  </a:lnTo>
                  <a:lnTo>
                    <a:pt x="3848" y="1377"/>
                  </a:lnTo>
                  <a:lnTo>
                    <a:pt x="3889" y="1175"/>
                  </a:lnTo>
                  <a:lnTo>
                    <a:pt x="3889" y="973"/>
                  </a:lnTo>
                  <a:lnTo>
                    <a:pt x="3848" y="730"/>
                  </a:lnTo>
                  <a:lnTo>
                    <a:pt x="3767" y="568"/>
                  </a:lnTo>
                  <a:lnTo>
                    <a:pt x="3605" y="406"/>
                  </a:lnTo>
                  <a:lnTo>
                    <a:pt x="3443" y="325"/>
                  </a:lnTo>
                  <a:lnTo>
                    <a:pt x="3200" y="284"/>
                  </a:lnTo>
                  <a:lnTo>
                    <a:pt x="3038" y="325"/>
                  </a:lnTo>
                  <a:lnTo>
                    <a:pt x="2836" y="406"/>
                  </a:lnTo>
                  <a:lnTo>
                    <a:pt x="2512" y="608"/>
                  </a:lnTo>
                  <a:lnTo>
                    <a:pt x="2228" y="851"/>
                  </a:lnTo>
                  <a:lnTo>
                    <a:pt x="1945" y="1135"/>
                  </a:lnTo>
                  <a:lnTo>
                    <a:pt x="1459" y="1742"/>
                  </a:lnTo>
                  <a:lnTo>
                    <a:pt x="932" y="2309"/>
                  </a:lnTo>
                  <a:lnTo>
                    <a:pt x="649" y="2592"/>
                  </a:lnTo>
                  <a:lnTo>
                    <a:pt x="446" y="2916"/>
                  </a:lnTo>
                  <a:lnTo>
                    <a:pt x="203" y="3240"/>
                  </a:lnTo>
                  <a:lnTo>
                    <a:pt x="41" y="3564"/>
                  </a:lnTo>
                  <a:lnTo>
                    <a:pt x="1" y="3726"/>
                  </a:lnTo>
                  <a:lnTo>
                    <a:pt x="1" y="3848"/>
                  </a:lnTo>
                  <a:lnTo>
                    <a:pt x="1" y="4010"/>
                  </a:lnTo>
                  <a:lnTo>
                    <a:pt x="41" y="4131"/>
                  </a:lnTo>
                  <a:lnTo>
                    <a:pt x="122" y="4293"/>
                  </a:lnTo>
                  <a:lnTo>
                    <a:pt x="203" y="4374"/>
                  </a:lnTo>
                  <a:lnTo>
                    <a:pt x="325" y="4496"/>
                  </a:lnTo>
                  <a:lnTo>
                    <a:pt x="487" y="4536"/>
                  </a:lnTo>
                  <a:lnTo>
                    <a:pt x="811" y="4658"/>
                  </a:lnTo>
                  <a:lnTo>
                    <a:pt x="1135" y="4779"/>
                  </a:lnTo>
                  <a:lnTo>
                    <a:pt x="1823" y="4941"/>
                  </a:lnTo>
                  <a:lnTo>
                    <a:pt x="3200" y="5184"/>
                  </a:lnTo>
                  <a:lnTo>
                    <a:pt x="3727" y="5265"/>
                  </a:lnTo>
                  <a:lnTo>
                    <a:pt x="4577" y="5265"/>
                  </a:lnTo>
                  <a:lnTo>
                    <a:pt x="4861" y="5225"/>
                  </a:lnTo>
                  <a:lnTo>
                    <a:pt x="5104" y="5184"/>
                  </a:lnTo>
                  <a:lnTo>
                    <a:pt x="5387" y="5063"/>
                  </a:lnTo>
                  <a:lnTo>
                    <a:pt x="5509" y="4982"/>
                  </a:lnTo>
                  <a:lnTo>
                    <a:pt x="5630" y="4860"/>
                  </a:lnTo>
                  <a:lnTo>
                    <a:pt x="5671" y="4698"/>
                  </a:lnTo>
                  <a:lnTo>
                    <a:pt x="5711" y="4536"/>
                  </a:lnTo>
                  <a:lnTo>
                    <a:pt x="5711" y="4374"/>
                  </a:lnTo>
                  <a:lnTo>
                    <a:pt x="5711" y="4212"/>
                  </a:lnTo>
                  <a:lnTo>
                    <a:pt x="5630" y="4091"/>
                  </a:lnTo>
                  <a:lnTo>
                    <a:pt x="5549" y="3969"/>
                  </a:lnTo>
                  <a:lnTo>
                    <a:pt x="5306" y="3726"/>
                  </a:lnTo>
                  <a:lnTo>
                    <a:pt x="5063" y="3564"/>
                  </a:lnTo>
                  <a:lnTo>
                    <a:pt x="4780" y="3402"/>
                  </a:lnTo>
                  <a:lnTo>
                    <a:pt x="4496" y="3281"/>
                  </a:lnTo>
                  <a:lnTo>
                    <a:pt x="3889" y="3078"/>
                  </a:lnTo>
                  <a:lnTo>
                    <a:pt x="3322" y="2916"/>
                  </a:lnTo>
                  <a:lnTo>
                    <a:pt x="5306" y="2025"/>
                  </a:lnTo>
                  <a:lnTo>
                    <a:pt x="5873" y="1782"/>
                  </a:lnTo>
                  <a:lnTo>
                    <a:pt x="6440" y="1580"/>
                  </a:lnTo>
                  <a:lnTo>
                    <a:pt x="7007" y="1418"/>
                  </a:lnTo>
                  <a:lnTo>
                    <a:pt x="7574" y="1256"/>
                  </a:lnTo>
                  <a:lnTo>
                    <a:pt x="8181" y="1135"/>
                  </a:lnTo>
                  <a:lnTo>
                    <a:pt x="8789" y="1054"/>
                  </a:lnTo>
                  <a:lnTo>
                    <a:pt x="9396" y="973"/>
                  </a:lnTo>
                  <a:lnTo>
                    <a:pt x="10004" y="932"/>
                  </a:lnTo>
                  <a:lnTo>
                    <a:pt x="10733" y="892"/>
                  </a:lnTo>
                  <a:lnTo>
                    <a:pt x="11462" y="892"/>
                  </a:lnTo>
                  <a:lnTo>
                    <a:pt x="12191" y="932"/>
                  </a:lnTo>
                  <a:lnTo>
                    <a:pt x="12920" y="973"/>
                  </a:lnTo>
                  <a:lnTo>
                    <a:pt x="13649" y="1054"/>
                  </a:lnTo>
                  <a:lnTo>
                    <a:pt x="14378" y="1135"/>
                  </a:lnTo>
                  <a:lnTo>
                    <a:pt x="15106" y="1256"/>
                  </a:lnTo>
                  <a:lnTo>
                    <a:pt x="15795" y="1418"/>
                  </a:lnTo>
                  <a:lnTo>
                    <a:pt x="16524" y="1580"/>
                  </a:lnTo>
                  <a:lnTo>
                    <a:pt x="17212" y="1782"/>
                  </a:lnTo>
                  <a:lnTo>
                    <a:pt x="17901" y="2025"/>
                  </a:lnTo>
                  <a:lnTo>
                    <a:pt x="18630" y="2268"/>
                  </a:lnTo>
                  <a:lnTo>
                    <a:pt x="19278" y="2511"/>
                  </a:lnTo>
                  <a:lnTo>
                    <a:pt x="19966" y="2835"/>
                  </a:lnTo>
                  <a:lnTo>
                    <a:pt x="20614" y="3159"/>
                  </a:lnTo>
                  <a:lnTo>
                    <a:pt x="21262" y="3483"/>
                  </a:lnTo>
                  <a:lnTo>
                    <a:pt x="21424" y="3564"/>
                  </a:lnTo>
                  <a:lnTo>
                    <a:pt x="21546" y="3564"/>
                  </a:lnTo>
                  <a:lnTo>
                    <a:pt x="21708" y="3605"/>
                  </a:lnTo>
                  <a:lnTo>
                    <a:pt x="21870" y="3564"/>
                  </a:lnTo>
                  <a:lnTo>
                    <a:pt x="21748" y="3362"/>
                  </a:lnTo>
                  <a:lnTo>
                    <a:pt x="21586" y="3159"/>
                  </a:lnTo>
                  <a:lnTo>
                    <a:pt x="21384" y="2957"/>
                  </a:lnTo>
                  <a:lnTo>
                    <a:pt x="21181" y="2835"/>
                  </a:lnTo>
                  <a:lnTo>
                    <a:pt x="20655" y="2471"/>
                  </a:lnTo>
                  <a:lnTo>
                    <a:pt x="20088" y="2187"/>
                  </a:lnTo>
                  <a:lnTo>
                    <a:pt x="19561" y="1904"/>
                  </a:lnTo>
                  <a:lnTo>
                    <a:pt x="18994" y="1661"/>
                  </a:lnTo>
                  <a:lnTo>
                    <a:pt x="17820" y="1216"/>
                  </a:lnTo>
                  <a:lnTo>
                    <a:pt x="16645" y="851"/>
                  </a:lnTo>
                  <a:lnTo>
                    <a:pt x="15754" y="608"/>
                  </a:lnTo>
                  <a:lnTo>
                    <a:pt x="14864" y="446"/>
                  </a:lnTo>
                  <a:lnTo>
                    <a:pt x="13973" y="284"/>
                  </a:lnTo>
                  <a:lnTo>
                    <a:pt x="13082" y="163"/>
                  </a:lnTo>
                  <a:lnTo>
                    <a:pt x="12150" y="82"/>
                  </a:lnTo>
                  <a:lnTo>
                    <a:pt x="11259" y="41"/>
                  </a:lnTo>
                  <a:lnTo>
                    <a:pt x="10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3386;p37">
              <a:extLst>
                <a:ext uri="{FF2B5EF4-FFF2-40B4-BE49-F238E27FC236}">
                  <a16:creationId xmlns:a16="http://schemas.microsoft.com/office/drawing/2014/main" id="{CB72D9B5-E9E8-267D-5CD4-21697D752A7A}"/>
                </a:ext>
              </a:extLst>
            </p:cNvPr>
            <p:cNvSpPr/>
            <p:nvPr/>
          </p:nvSpPr>
          <p:spPr>
            <a:xfrm rot="-8100000" flipH="1">
              <a:off x="4685199" y="881724"/>
              <a:ext cx="399601" cy="96218"/>
            </a:xfrm>
            <a:custGeom>
              <a:avLst/>
              <a:gdLst/>
              <a:ahLst/>
              <a:cxnLst/>
              <a:rect l="l" t="t" r="r" b="b"/>
              <a:pathLst>
                <a:path w="21870" h="5266" extrusionOk="0">
                  <a:moveTo>
                    <a:pt x="10328" y="1"/>
                  </a:moveTo>
                  <a:lnTo>
                    <a:pt x="9437" y="41"/>
                  </a:lnTo>
                  <a:lnTo>
                    <a:pt x="8708" y="82"/>
                  </a:lnTo>
                  <a:lnTo>
                    <a:pt x="7979" y="203"/>
                  </a:lnTo>
                  <a:lnTo>
                    <a:pt x="7250" y="325"/>
                  </a:lnTo>
                  <a:lnTo>
                    <a:pt x="6521" y="527"/>
                  </a:lnTo>
                  <a:lnTo>
                    <a:pt x="5833" y="730"/>
                  </a:lnTo>
                  <a:lnTo>
                    <a:pt x="5144" y="1013"/>
                  </a:lnTo>
                  <a:lnTo>
                    <a:pt x="4456" y="1296"/>
                  </a:lnTo>
                  <a:lnTo>
                    <a:pt x="3808" y="1580"/>
                  </a:lnTo>
                  <a:lnTo>
                    <a:pt x="3808" y="1580"/>
                  </a:lnTo>
                  <a:lnTo>
                    <a:pt x="3848" y="1377"/>
                  </a:lnTo>
                  <a:lnTo>
                    <a:pt x="3889" y="1175"/>
                  </a:lnTo>
                  <a:lnTo>
                    <a:pt x="3889" y="973"/>
                  </a:lnTo>
                  <a:lnTo>
                    <a:pt x="3848" y="730"/>
                  </a:lnTo>
                  <a:lnTo>
                    <a:pt x="3767" y="568"/>
                  </a:lnTo>
                  <a:lnTo>
                    <a:pt x="3605" y="406"/>
                  </a:lnTo>
                  <a:lnTo>
                    <a:pt x="3443" y="325"/>
                  </a:lnTo>
                  <a:lnTo>
                    <a:pt x="3200" y="284"/>
                  </a:lnTo>
                  <a:lnTo>
                    <a:pt x="3038" y="325"/>
                  </a:lnTo>
                  <a:lnTo>
                    <a:pt x="2836" y="406"/>
                  </a:lnTo>
                  <a:lnTo>
                    <a:pt x="2512" y="608"/>
                  </a:lnTo>
                  <a:lnTo>
                    <a:pt x="2228" y="851"/>
                  </a:lnTo>
                  <a:lnTo>
                    <a:pt x="1945" y="1135"/>
                  </a:lnTo>
                  <a:lnTo>
                    <a:pt x="1459" y="1742"/>
                  </a:lnTo>
                  <a:lnTo>
                    <a:pt x="932" y="2309"/>
                  </a:lnTo>
                  <a:lnTo>
                    <a:pt x="649" y="2592"/>
                  </a:lnTo>
                  <a:lnTo>
                    <a:pt x="446" y="2916"/>
                  </a:lnTo>
                  <a:lnTo>
                    <a:pt x="203" y="3240"/>
                  </a:lnTo>
                  <a:lnTo>
                    <a:pt x="41" y="3564"/>
                  </a:lnTo>
                  <a:lnTo>
                    <a:pt x="1" y="3726"/>
                  </a:lnTo>
                  <a:lnTo>
                    <a:pt x="1" y="3848"/>
                  </a:lnTo>
                  <a:lnTo>
                    <a:pt x="1" y="4010"/>
                  </a:lnTo>
                  <a:lnTo>
                    <a:pt x="41" y="4131"/>
                  </a:lnTo>
                  <a:lnTo>
                    <a:pt x="122" y="4293"/>
                  </a:lnTo>
                  <a:lnTo>
                    <a:pt x="203" y="4374"/>
                  </a:lnTo>
                  <a:lnTo>
                    <a:pt x="325" y="4496"/>
                  </a:lnTo>
                  <a:lnTo>
                    <a:pt x="487" y="4536"/>
                  </a:lnTo>
                  <a:lnTo>
                    <a:pt x="811" y="4658"/>
                  </a:lnTo>
                  <a:lnTo>
                    <a:pt x="1135" y="4779"/>
                  </a:lnTo>
                  <a:lnTo>
                    <a:pt x="1823" y="4941"/>
                  </a:lnTo>
                  <a:lnTo>
                    <a:pt x="3200" y="5184"/>
                  </a:lnTo>
                  <a:lnTo>
                    <a:pt x="3727" y="5265"/>
                  </a:lnTo>
                  <a:lnTo>
                    <a:pt x="4577" y="5265"/>
                  </a:lnTo>
                  <a:lnTo>
                    <a:pt x="4861" y="5225"/>
                  </a:lnTo>
                  <a:lnTo>
                    <a:pt x="5104" y="5184"/>
                  </a:lnTo>
                  <a:lnTo>
                    <a:pt x="5387" y="5063"/>
                  </a:lnTo>
                  <a:lnTo>
                    <a:pt x="5509" y="4982"/>
                  </a:lnTo>
                  <a:lnTo>
                    <a:pt x="5630" y="4860"/>
                  </a:lnTo>
                  <a:lnTo>
                    <a:pt x="5671" y="4698"/>
                  </a:lnTo>
                  <a:lnTo>
                    <a:pt x="5711" y="4536"/>
                  </a:lnTo>
                  <a:lnTo>
                    <a:pt x="5711" y="4374"/>
                  </a:lnTo>
                  <a:lnTo>
                    <a:pt x="5711" y="4212"/>
                  </a:lnTo>
                  <a:lnTo>
                    <a:pt x="5630" y="4091"/>
                  </a:lnTo>
                  <a:lnTo>
                    <a:pt x="5549" y="3969"/>
                  </a:lnTo>
                  <a:lnTo>
                    <a:pt x="5306" y="3726"/>
                  </a:lnTo>
                  <a:lnTo>
                    <a:pt x="5063" y="3564"/>
                  </a:lnTo>
                  <a:lnTo>
                    <a:pt x="4780" y="3402"/>
                  </a:lnTo>
                  <a:lnTo>
                    <a:pt x="4496" y="3281"/>
                  </a:lnTo>
                  <a:lnTo>
                    <a:pt x="3889" y="3078"/>
                  </a:lnTo>
                  <a:lnTo>
                    <a:pt x="3322" y="2916"/>
                  </a:lnTo>
                  <a:lnTo>
                    <a:pt x="5306" y="2025"/>
                  </a:lnTo>
                  <a:lnTo>
                    <a:pt x="5873" y="1782"/>
                  </a:lnTo>
                  <a:lnTo>
                    <a:pt x="6440" y="1580"/>
                  </a:lnTo>
                  <a:lnTo>
                    <a:pt x="7007" y="1418"/>
                  </a:lnTo>
                  <a:lnTo>
                    <a:pt x="7574" y="1256"/>
                  </a:lnTo>
                  <a:lnTo>
                    <a:pt x="8181" y="1135"/>
                  </a:lnTo>
                  <a:lnTo>
                    <a:pt x="8789" y="1054"/>
                  </a:lnTo>
                  <a:lnTo>
                    <a:pt x="9396" y="973"/>
                  </a:lnTo>
                  <a:lnTo>
                    <a:pt x="10004" y="932"/>
                  </a:lnTo>
                  <a:lnTo>
                    <a:pt x="10733" y="892"/>
                  </a:lnTo>
                  <a:lnTo>
                    <a:pt x="11462" y="892"/>
                  </a:lnTo>
                  <a:lnTo>
                    <a:pt x="12191" y="932"/>
                  </a:lnTo>
                  <a:lnTo>
                    <a:pt x="12920" y="973"/>
                  </a:lnTo>
                  <a:lnTo>
                    <a:pt x="13649" y="1054"/>
                  </a:lnTo>
                  <a:lnTo>
                    <a:pt x="14378" y="1135"/>
                  </a:lnTo>
                  <a:lnTo>
                    <a:pt x="15106" y="1256"/>
                  </a:lnTo>
                  <a:lnTo>
                    <a:pt x="15795" y="1418"/>
                  </a:lnTo>
                  <a:lnTo>
                    <a:pt x="16524" y="1580"/>
                  </a:lnTo>
                  <a:lnTo>
                    <a:pt x="17212" y="1782"/>
                  </a:lnTo>
                  <a:lnTo>
                    <a:pt x="17901" y="2025"/>
                  </a:lnTo>
                  <a:lnTo>
                    <a:pt x="18630" y="2268"/>
                  </a:lnTo>
                  <a:lnTo>
                    <a:pt x="19278" y="2511"/>
                  </a:lnTo>
                  <a:lnTo>
                    <a:pt x="19966" y="2835"/>
                  </a:lnTo>
                  <a:lnTo>
                    <a:pt x="20614" y="3159"/>
                  </a:lnTo>
                  <a:lnTo>
                    <a:pt x="21262" y="3483"/>
                  </a:lnTo>
                  <a:lnTo>
                    <a:pt x="21424" y="3564"/>
                  </a:lnTo>
                  <a:lnTo>
                    <a:pt x="21546" y="3564"/>
                  </a:lnTo>
                  <a:lnTo>
                    <a:pt x="21708" y="3605"/>
                  </a:lnTo>
                  <a:lnTo>
                    <a:pt x="21870" y="3564"/>
                  </a:lnTo>
                  <a:lnTo>
                    <a:pt x="21748" y="3362"/>
                  </a:lnTo>
                  <a:lnTo>
                    <a:pt x="21586" y="3159"/>
                  </a:lnTo>
                  <a:lnTo>
                    <a:pt x="21384" y="2957"/>
                  </a:lnTo>
                  <a:lnTo>
                    <a:pt x="21181" y="2835"/>
                  </a:lnTo>
                  <a:lnTo>
                    <a:pt x="20655" y="2471"/>
                  </a:lnTo>
                  <a:lnTo>
                    <a:pt x="20088" y="2187"/>
                  </a:lnTo>
                  <a:lnTo>
                    <a:pt x="19561" y="1904"/>
                  </a:lnTo>
                  <a:lnTo>
                    <a:pt x="18994" y="1661"/>
                  </a:lnTo>
                  <a:lnTo>
                    <a:pt x="17820" y="1216"/>
                  </a:lnTo>
                  <a:lnTo>
                    <a:pt x="16645" y="851"/>
                  </a:lnTo>
                  <a:lnTo>
                    <a:pt x="15754" y="608"/>
                  </a:lnTo>
                  <a:lnTo>
                    <a:pt x="14864" y="446"/>
                  </a:lnTo>
                  <a:lnTo>
                    <a:pt x="13973" y="284"/>
                  </a:lnTo>
                  <a:lnTo>
                    <a:pt x="13082" y="163"/>
                  </a:lnTo>
                  <a:lnTo>
                    <a:pt x="12150" y="82"/>
                  </a:lnTo>
                  <a:lnTo>
                    <a:pt x="11259" y="41"/>
                  </a:lnTo>
                  <a:lnTo>
                    <a:pt x="10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3387;p37">
              <a:extLst>
                <a:ext uri="{FF2B5EF4-FFF2-40B4-BE49-F238E27FC236}">
                  <a16:creationId xmlns:a16="http://schemas.microsoft.com/office/drawing/2014/main" id="{9BC08C5F-7FA6-DA70-3E70-B216B607BCCC}"/>
                </a:ext>
              </a:extLst>
            </p:cNvPr>
            <p:cNvSpPr/>
            <p:nvPr/>
          </p:nvSpPr>
          <p:spPr>
            <a:xfrm rot="-8543218">
              <a:off x="6056648" y="4370758"/>
              <a:ext cx="399631" cy="96226"/>
            </a:xfrm>
            <a:custGeom>
              <a:avLst/>
              <a:gdLst/>
              <a:ahLst/>
              <a:cxnLst/>
              <a:rect l="l" t="t" r="r" b="b"/>
              <a:pathLst>
                <a:path w="21870" h="5266" extrusionOk="0">
                  <a:moveTo>
                    <a:pt x="10328" y="1"/>
                  </a:moveTo>
                  <a:lnTo>
                    <a:pt x="9437" y="41"/>
                  </a:lnTo>
                  <a:lnTo>
                    <a:pt x="8708" y="82"/>
                  </a:lnTo>
                  <a:lnTo>
                    <a:pt x="7979" y="203"/>
                  </a:lnTo>
                  <a:lnTo>
                    <a:pt x="7250" y="325"/>
                  </a:lnTo>
                  <a:lnTo>
                    <a:pt x="6521" y="527"/>
                  </a:lnTo>
                  <a:lnTo>
                    <a:pt x="5833" y="730"/>
                  </a:lnTo>
                  <a:lnTo>
                    <a:pt x="5144" y="1013"/>
                  </a:lnTo>
                  <a:lnTo>
                    <a:pt x="4456" y="1296"/>
                  </a:lnTo>
                  <a:lnTo>
                    <a:pt x="3808" y="1580"/>
                  </a:lnTo>
                  <a:lnTo>
                    <a:pt x="3808" y="1580"/>
                  </a:lnTo>
                  <a:lnTo>
                    <a:pt x="3848" y="1377"/>
                  </a:lnTo>
                  <a:lnTo>
                    <a:pt x="3889" y="1175"/>
                  </a:lnTo>
                  <a:lnTo>
                    <a:pt x="3889" y="973"/>
                  </a:lnTo>
                  <a:lnTo>
                    <a:pt x="3848" y="730"/>
                  </a:lnTo>
                  <a:lnTo>
                    <a:pt x="3767" y="568"/>
                  </a:lnTo>
                  <a:lnTo>
                    <a:pt x="3605" y="406"/>
                  </a:lnTo>
                  <a:lnTo>
                    <a:pt x="3443" y="325"/>
                  </a:lnTo>
                  <a:lnTo>
                    <a:pt x="3200" y="284"/>
                  </a:lnTo>
                  <a:lnTo>
                    <a:pt x="3038" y="325"/>
                  </a:lnTo>
                  <a:lnTo>
                    <a:pt x="2836" y="406"/>
                  </a:lnTo>
                  <a:lnTo>
                    <a:pt x="2512" y="608"/>
                  </a:lnTo>
                  <a:lnTo>
                    <a:pt x="2228" y="851"/>
                  </a:lnTo>
                  <a:lnTo>
                    <a:pt x="1945" y="1135"/>
                  </a:lnTo>
                  <a:lnTo>
                    <a:pt x="1459" y="1742"/>
                  </a:lnTo>
                  <a:lnTo>
                    <a:pt x="932" y="2309"/>
                  </a:lnTo>
                  <a:lnTo>
                    <a:pt x="649" y="2592"/>
                  </a:lnTo>
                  <a:lnTo>
                    <a:pt x="446" y="2916"/>
                  </a:lnTo>
                  <a:lnTo>
                    <a:pt x="203" y="3240"/>
                  </a:lnTo>
                  <a:lnTo>
                    <a:pt x="41" y="3564"/>
                  </a:lnTo>
                  <a:lnTo>
                    <a:pt x="1" y="3726"/>
                  </a:lnTo>
                  <a:lnTo>
                    <a:pt x="1" y="3848"/>
                  </a:lnTo>
                  <a:lnTo>
                    <a:pt x="1" y="4010"/>
                  </a:lnTo>
                  <a:lnTo>
                    <a:pt x="41" y="4131"/>
                  </a:lnTo>
                  <a:lnTo>
                    <a:pt x="122" y="4293"/>
                  </a:lnTo>
                  <a:lnTo>
                    <a:pt x="203" y="4374"/>
                  </a:lnTo>
                  <a:lnTo>
                    <a:pt x="325" y="4496"/>
                  </a:lnTo>
                  <a:lnTo>
                    <a:pt x="487" y="4536"/>
                  </a:lnTo>
                  <a:lnTo>
                    <a:pt x="811" y="4658"/>
                  </a:lnTo>
                  <a:lnTo>
                    <a:pt x="1135" y="4779"/>
                  </a:lnTo>
                  <a:lnTo>
                    <a:pt x="1823" y="4941"/>
                  </a:lnTo>
                  <a:lnTo>
                    <a:pt x="3200" y="5184"/>
                  </a:lnTo>
                  <a:lnTo>
                    <a:pt x="3727" y="5265"/>
                  </a:lnTo>
                  <a:lnTo>
                    <a:pt x="4577" y="5265"/>
                  </a:lnTo>
                  <a:lnTo>
                    <a:pt x="4861" y="5225"/>
                  </a:lnTo>
                  <a:lnTo>
                    <a:pt x="5104" y="5184"/>
                  </a:lnTo>
                  <a:lnTo>
                    <a:pt x="5387" y="5063"/>
                  </a:lnTo>
                  <a:lnTo>
                    <a:pt x="5509" y="4982"/>
                  </a:lnTo>
                  <a:lnTo>
                    <a:pt x="5630" y="4860"/>
                  </a:lnTo>
                  <a:lnTo>
                    <a:pt x="5671" y="4698"/>
                  </a:lnTo>
                  <a:lnTo>
                    <a:pt x="5711" y="4536"/>
                  </a:lnTo>
                  <a:lnTo>
                    <a:pt x="5711" y="4374"/>
                  </a:lnTo>
                  <a:lnTo>
                    <a:pt x="5711" y="4212"/>
                  </a:lnTo>
                  <a:lnTo>
                    <a:pt x="5630" y="4091"/>
                  </a:lnTo>
                  <a:lnTo>
                    <a:pt x="5549" y="3969"/>
                  </a:lnTo>
                  <a:lnTo>
                    <a:pt x="5306" y="3726"/>
                  </a:lnTo>
                  <a:lnTo>
                    <a:pt x="5063" y="3564"/>
                  </a:lnTo>
                  <a:lnTo>
                    <a:pt x="4780" y="3402"/>
                  </a:lnTo>
                  <a:lnTo>
                    <a:pt x="4496" y="3281"/>
                  </a:lnTo>
                  <a:lnTo>
                    <a:pt x="3889" y="3078"/>
                  </a:lnTo>
                  <a:lnTo>
                    <a:pt x="3322" y="2916"/>
                  </a:lnTo>
                  <a:lnTo>
                    <a:pt x="5306" y="2025"/>
                  </a:lnTo>
                  <a:lnTo>
                    <a:pt x="5873" y="1782"/>
                  </a:lnTo>
                  <a:lnTo>
                    <a:pt x="6440" y="1580"/>
                  </a:lnTo>
                  <a:lnTo>
                    <a:pt x="7007" y="1418"/>
                  </a:lnTo>
                  <a:lnTo>
                    <a:pt x="7574" y="1256"/>
                  </a:lnTo>
                  <a:lnTo>
                    <a:pt x="8181" y="1135"/>
                  </a:lnTo>
                  <a:lnTo>
                    <a:pt x="8789" y="1054"/>
                  </a:lnTo>
                  <a:lnTo>
                    <a:pt x="9396" y="973"/>
                  </a:lnTo>
                  <a:lnTo>
                    <a:pt x="10004" y="932"/>
                  </a:lnTo>
                  <a:lnTo>
                    <a:pt x="10733" y="892"/>
                  </a:lnTo>
                  <a:lnTo>
                    <a:pt x="11462" y="892"/>
                  </a:lnTo>
                  <a:lnTo>
                    <a:pt x="12191" y="932"/>
                  </a:lnTo>
                  <a:lnTo>
                    <a:pt x="12920" y="973"/>
                  </a:lnTo>
                  <a:lnTo>
                    <a:pt x="13649" y="1054"/>
                  </a:lnTo>
                  <a:lnTo>
                    <a:pt x="14378" y="1135"/>
                  </a:lnTo>
                  <a:lnTo>
                    <a:pt x="15106" y="1256"/>
                  </a:lnTo>
                  <a:lnTo>
                    <a:pt x="15795" y="1418"/>
                  </a:lnTo>
                  <a:lnTo>
                    <a:pt x="16524" y="1580"/>
                  </a:lnTo>
                  <a:lnTo>
                    <a:pt x="17212" y="1782"/>
                  </a:lnTo>
                  <a:lnTo>
                    <a:pt x="17901" y="2025"/>
                  </a:lnTo>
                  <a:lnTo>
                    <a:pt x="18630" y="2268"/>
                  </a:lnTo>
                  <a:lnTo>
                    <a:pt x="19278" y="2511"/>
                  </a:lnTo>
                  <a:lnTo>
                    <a:pt x="19966" y="2835"/>
                  </a:lnTo>
                  <a:lnTo>
                    <a:pt x="20614" y="3159"/>
                  </a:lnTo>
                  <a:lnTo>
                    <a:pt x="21262" y="3483"/>
                  </a:lnTo>
                  <a:lnTo>
                    <a:pt x="21424" y="3564"/>
                  </a:lnTo>
                  <a:lnTo>
                    <a:pt x="21546" y="3564"/>
                  </a:lnTo>
                  <a:lnTo>
                    <a:pt x="21708" y="3605"/>
                  </a:lnTo>
                  <a:lnTo>
                    <a:pt x="21870" y="3564"/>
                  </a:lnTo>
                  <a:lnTo>
                    <a:pt x="21748" y="3362"/>
                  </a:lnTo>
                  <a:lnTo>
                    <a:pt x="21586" y="3159"/>
                  </a:lnTo>
                  <a:lnTo>
                    <a:pt x="21384" y="2957"/>
                  </a:lnTo>
                  <a:lnTo>
                    <a:pt x="21181" y="2835"/>
                  </a:lnTo>
                  <a:lnTo>
                    <a:pt x="20655" y="2471"/>
                  </a:lnTo>
                  <a:lnTo>
                    <a:pt x="20088" y="2187"/>
                  </a:lnTo>
                  <a:lnTo>
                    <a:pt x="19561" y="1904"/>
                  </a:lnTo>
                  <a:lnTo>
                    <a:pt x="18994" y="1661"/>
                  </a:lnTo>
                  <a:lnTo>
                    <a:pt x="17820" y="1216"/>
                  </a:lnTo>
                  <a:lnTo>
                    <a:pt x="16645" y="851"/>
                  </a:lnTo>
                  <a:lnTo>
                    <a:pt x="15754" y="608"/>
                  </a:lnTo>
                  <a:lnTo>
                    <a:pt x="14864" y="446"/>
                  </a:lnTo>
                  <a:lnTo>
                    <a:pt x="13973" y="284"/>
                  </a:lnTo>
                  <a:lnTo>
                    <a:pt x="13082" y="163"/>
                  </a:lnTo>
                  <a:lnTo>
                    <a:pt x="12150" y="82"/>
                  </a:lnTo>
                  <a:lnTo>
                    <a:pt x="11259" y="41"/>
                  </a:lnTo>
                  <a:lnTo>
                    <a:pt x="10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7" name="Google Shape;23388;p37">
              <a:extLst>
                <a:ext uri="{FF2B5EF4-FFF2-40B4-BE49-F238E27FC236}">
                  <a16:creationId xmlns:a16="http://schemas.microsoft.com/office/drawing/2014/main" id="{AD42535F-E833-D7F8-3F2A-0663AC68FCCD}"/>
                </a:ext>
              </a:extLst>
            </p:cNvPr>
            <p:cNvGrpSpPr/>
            <p:nvPr/>
          </p:nvGrpSpPr>
          <p:grpSpPr>
            <a:xfrm rot="1129311">
              <a:off x="5558319" y="3638260"/>
              <a:ext cx="124005" cy="138718"/>
              <a:chOff x="6144260" y="3340248"/>
              <a:chExt cx="151314" cy="169267"/>
            </a:xfrm>
          </p:grpSpPr>
          <p:sp>
            <p:nvSpPr>
              <p:cNvPr id="338" name="Google Shape;23389;p37">
                <a:extLst>
                  <a:ext uri="{FF2B5EF4-FFF2-40B4-BE49-F238E27FC236}">
                    <a16:creationId xmlns:a16="http://schemas.microsoft.com/office/drawing/2014/main" id="{AE3CDFD2-CE62-7171-4762-36214BBC4505}"/>
                  </a:ext>
                </a:extLst>
              </p:cNvPr>
              <p:cNvSpPr/>
              <p:nvPr/>
            </p:nvSpPr>
            <p:spPr>
              <a:xfrm>
                <a:off x="6144260" y="3340283"/>
                <a:ext cx="151311" cy="169195"/>
              </a:xfrm>
              <a:custGeom>
                <a:avLst/>
                <a:gdLst/>
                <a:ahLst/>
                <a:cxnLst/>
                <a:rect l="l" t="t" r="r" b="b"/>
                <a:pathLst>
                  <a:path w="2166" h="2422" extrusionOk="0">
                    <a:moveTo>
                      <a:pt x="1175" y="0"/>
                    </a:moveTo>
                    <a:lnTo>
                      <a:pt x="1101" y="37"/>
                    </a:lnTo>
                    <a:lnTo>
                      <a:pt x="991" y="110"/>
                    </a:lnTo>
                    <a:lnTo>
                      <a:pt x="954" y="221"/>
                    </a:lnTo>
                    <a:lnTo>
                      <a:pt x="844" y="367"/>
                    </a:lnTo>
                    <a:lnTo>
                      <a:pt x="514" y="881"/>
                    </a:lnTo>
                    <a:lnTo>
                      <a:pt x="221" y="1431"/>
                    </a:lnTo>
                    <a:lnTo>
                      <a:pt x="37" y="1725"/>
                    </a:lnTo>
                    <a:lnTo>
                      <a:pt x="0" y="1798"/>
                    </a:lnTo>
                    <a:lnTo>
                      <a:pt x="0" y="1872"/>
                    </a:lnTo>
                    <a:lnTo>
                      <a:pt x="0" y="1908"/>
                    </a:lnTo>
                    <a:lnTo>
                      <a:pt x="74" y="1982"/>
                    </a:lnTo>
                    <a:lnTo>
                      <a:pt x="111" y="2018"/>
                    </a:lnTo>
                    <a:lnTo>
                      <a:pt x="294" y="2128"/>
                    </a:lnTo>
                    <a:lnTo>
                      <a:pt x="661" y="2349"/>
                    </a:lnTo>
                    <a:lnTo>
                      <a:pt x="734" y="2385"/>
                    </a:lnTo>
                    <a:lnTo>
                      <a:pt x="808" y="2422"/>
                    </a:lnTo>
                    <a:lnTo>
                      <a:pt x="844" y="2422"/>
                    </a:lnTo>
                    <a:lnTo>
                      <a:pt x="954" y="2385"/>
                    </a:lnTo>
                    <a:lnTo>
                      <a:pt x="1028" y="2312"/>
                    </a:lnTo>
                    <a:lnTo>
                      <a:pt x="1285" y="2055"/>
                    </a:lnTo>
                    <a:lnTo>
                      <a:pt x="2055" y="954"/>
                    </a:lnTo>
                    <a:lnTo>
                      <a:pt x="2129" y="844"/>
                    </a:lnTo>
                    <a:lnTo>
                      <a:pt x="2165" y="734"/>
                    </a:lnTo>
                    <a:lnTo>
                      <a:pt x="2092" y="624"/>
                    </a:lnTo>
                    <a:lnTo>
                      <a:pt x="2018" y="587"/>
                    </a:lnTo>
                    <a:lnTo>
                      <a:pt x="1908" y="477"/>
                    </a:lnTo>
                    <a:lnTo>
                      <a:pt x="1652" y="257"/>
                    </a:lnTo>
                    <a:lnTo>
                      <a:pt x="1358" y="74"/>
                    </a:lnTo>
                    <a:lnTo>
                      <a:pt x="1285" y="37"/>
                    </a:lnTo>
                    <a:lnTo>
                      <a:pt x="1175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23390;p37">
                <a:extLst>
                  <a:ext uri="{FF2B5EF4-FFF2-40B4-BE49-F238E27FC236}">
                    <a16:creationId xmlns:a16="http://schemas.microsoft.com/office/drawing/2014/main" id="{346F5137-2264-B4CF-58E5-8D49E06266EC}"/>
                  </a:ext>
                </a:extLst>
              </p:cNvPr>
              <p:cNvGrpSpPr/>
              <p:nvPr/>
            </p:nvGrpSpPr>
            <p:grpSpPr>
              <a:xfrm>
                <a:off x="6144260" y="3340248"/>
                <a:ext cx="151314" cy="169267"/>
                <a:chOff x="7453330" y="1865582"/>
                <a:chExt cx="72095" cy="80650"/>
              </a:xfrm>
            </p:grpSpPr>
            <p:sp>
              <p:nvSpPr>
                <p:cNvPr id="340" name="Google Shape;23391;p37">
                  <a:extLst>
                    <a:ext uri="{FF2B5EF4-FFF2-40B4-BE49-F238E27FC236}">
                      <a16:creationId xmlns:a16="http://schemas.microsoft.com/office/drawing/2014/main" id="{75A41FE6-ADAD-DB36-0EA7-EF069D69C42A}"/>
                    </a:ext>
                  </a:extLst>
                </p:cNvPr>
                <p:cNvSpPr/>
                <p:nvPr/>
              </p:nvSpPr>
              <p:spPr>
                <a:xfrm>
                  <a:off x="7453330" y="1865582"/>
                  <a:ext cx="72095" cy="8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" h="2423" extrusionOk="0">
                      <a:moveTo>
                        <a:pt x="1175" y="1"/>
                      </a:moveTo>
                      <a:lnTo>
                        <a:pt x="1101" y="38"/>
                      </a:lnTo>
                      <a:lnTo>
                        <a:pt x="991" y="111"/>
                      </a:lnTo>
                      <a:lnTo>
                        <a:pt x="954" y="221"/>
                      </a:lnTo>
                      <a:lnTo>
                        <a:pt x="844" y="368"/>
                      </a:lnTo>
                      <a:lnTo>
                        <a:pt x="514" y="881"/>
                      </a:lnTo>
                      <a:lnTo>
                        <a:pt x="221" y="1432"/>
                      </a:lnTo>
                      <a:lnTo>
                        <a:pt x="37" y="1725"/>
                      </a:lnTo>
                      <a:lnTo>
                        <a:pt x="0" y="1799"/>
                      </a:lnTo>
                      <a:lnTo>
                        <a:pt x="0" y="1872"/>
                      </a:lnTo>
                      <a:lnTo>
                        <a:pt x="0" y="1909"/>
                      </a:lnTo>
                      <a:lnTo>
                        <a:pt x="74" y="1982"/>
                      </a:lnTo>
                      <a:lnTo>
                        <a:pt x="111" y="2019"/>
                      </a:lnTo>
                      <a:lnTo>
                        <a:pt x="294" y="2129"/>
                      </a:lnTo>
                      <a:lnTo>
                        <a:pt x="661" y="2349"/>
                      </a:lnTo>
                      <a:lnTo>
                        <a:pt x="734" y="2386"/>
                      </a:lnTo>
                      <a:lnTo>
                        <a:pt x="844" y="2422"/>
                      </a:lnTo>
                      <a:lnTo>
                        <a:pt x="954" y="2386"/>
                      </a:lnTo>
                      <a:lnTo>
                        <a:pt x="1028" y="2312"/>
                      </a:lnTo>
                      <a:lnTo>
                        <a:pt x="1285" y="2056"/>
                      </a:lnTo>
                      <a:lnTo>
                        <a:pt x="2055" y="955"/>
                      </a:lnTo>
                      <a:lnTo>
                        <a:pt x="2129" y="845"/>
                      </a:lnTo>
                      <a:lnTo>
                        <a:pt x="2165" y="735"/>
                      </a:lnTo>
                      <a:lnTo>
                        <a:pt x="2092" y="625"/>
                      </a:lnTo>
                      <a:lnTo>
                        <a:pt x="2018" y="588"/>
                      </a:lnTo>
                      <a:lnTo>
                        <a:pt x="1908" y="478"/>
                      </a:lnTo>
                      <a:lnTo>
                        <a:pt x="1652" y="258"/>
                      </a:lnTo>
                      <a:lnTo>
                        <a:pt x="1358" y="74"/>
                      </a:lnTo>
                      <a:lnTo>
                        <a:pt x="1248" y="38"/>
                      </a:lnTo>
                      <a:lnTo>
                        <a:pt x="117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23392;p37">
                  <a:extLst>
                    <a:ext uri="{FF2B5EF4-FFF2-40B4-BE49-F238E27FC236}">
                      <a16:creationId xmlns:a16="http://schemas.microsoft.com/office/drawing/2014/main" id="{C6E8870E-38AF-1746-4DD6-F79FC79EA13C}"/>
                    </a:ext>
                  </a:extLst>
                </p:cNvPr>
                <p:cNvSpPr/>
                <p:nvPr/>
              </p:nvSpPr>
              <p:spPr>
                <a:xfrm>
                  <a:off x="7485084" y="1907122"/>
                  <a:ext cx="13480" cy="13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404" extrusionOk="0">
                      <a:moveTo>
                        <a:pt x="221" y="74"/>
                      </a:moveTo>
                      <a:lnTo>
                        <a:pt x="257" y="110"/>
                      </a:lnTo>
                      <a:lnTo>
                        <a:pt x="294" y="110"/>
                      </a:lnTo>
                      <a:lnTo>
                        <a:pt x="294" y="184"/>
                      </a:lnTo>
                      <a:lnTo>
                        <a:pt x="294" y="220"/>
                      </a:lnTo>
                      <a:lnTo>
                        <a:pt x="257" y="294"/>
                      </a:lnTo>
                      <a:lnTo>
                        <a:pt x="221" y="331"/>
                      </a:lnTo>
                      <a:lnTo>
                        <a:pt x="184" y="331"/>
                      </a:lnTo>
                      <a:lnTo>
                        <a:pt x="147" y="294"/>
                      </a:lnTo>
                      <a:lnTo>
                        <a:pt x="110" y="257"/>
                      </a:lnTo>
                      <a:lnTo>
                        <a:pt x="110" y="184"/>
                      </a:lnTo>
                      <a:lnTo>
                        <a:pt x="147" y="110"/>
                      </a:lnTo>
                      <a:lnTo>
                        <a:pt x="221" y="74"/>
                      </a:lnTo>
                      <a:close/>
                      <a:moveTo>
                        <a:pt x="184" y="0"/>
                      </a:moveTo>
                      <a:lnTo>
                        <a:pt x="74" y="37"/>
                      </a:lnTo>
                      <a:lnTo>
                        <a:pt x="0" y="110"/>
                      </a:lnTo>
                      <a:lnTo>
                        <a:pt x="37" y="257"/>
                      </a:lnTo>
                      <a:lnTo>
                        <a:pt x="74" y="331"/>
                      </a:lnTo>
                      <a:lnTo>
                        <a:pt x="147" y="404"/>
                      </a:lnTo>
                      <a:lnTo>
                        <a:pt x="221" y="404"/>
                      </a:lnTo>
                      <a:lnTo>
                        <a:pt x="294" y="367"/>
                      </a:lnTo>
                      <a:lnTo>
                        <a:pt x="367" y="331"/>
                      </a:lnTo>
                      <a:lnTo>
                        <a:pt x="404" y="257"/>
                      </a:lnTo>
                      <a:lnTo>
                        <a:pt x="404" y="147"/>
                      </a:lnTo>
                      <a:lnTo>
                        <a:pt x="367" y="74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2" name="Google Shape;23393;p37">
                  <a:extLst>
                    <a:ext uri="{FF2B5EF4-FFF2-40B4-BE49-F238E27FC236}">
                      <a16:creationId xmlns:a16="http://schemas.microsoft.com/office/drawing/2014/main" id="{E02B9501-2206-FAB0-DCC7-050AE702802D}"/>
                    </a:ext>
                  </a:extLst>
                </p:cNvPr>
                <p:cNvSpPr/>
                <p:nvPr/>
              </p:nvSpPr>
              <p:spPr>
                <a:xfrm>
                  <a:off x="7469207" y="1904658"/>
                  <a:ext cx="7356" cy="28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45" extrusionOk="0">
                      <a:moveTo>
                        <a:pt x="37" y="1"/>
                      </a:moveTo>
                      <a:lnTo>
                        <a:pt x="37" y="38"/>
                      </a:lnTo>
                      <a:lnTo>
                        <a:pt x="74" y="74"/>
                      </a:lnTo>
                      <a:lnTo>
                        <a:pt x="111" y="221"/>
                      </a:lnTo>
                      <a:lnTo>
                        <a:pt x="147" y="368"/>
                      </a:lnTo>
                      <a:lnTo>
                        <a:pt x="111" y="551"/>
                      </a:lnTo>
                      <a:lnTo>
                        <a:pt x="37" y="735"/>
                      </a:lnTo>
                      <a:lnTo>
                        <a:pt x="0" y="771"/>
                      </a:lnTo>
                      <a:lnTo>
                        <a:pt x="0" y="845"/>
                      </a:lnTo>
                      <a:lnTo>
                        <a:pt x="37" y="845"/>
                      </a:lnTo>
                      <a:lnTo>
                        <a:pt x="74" y="808"/>
                      </a:lnTo>
                      <a:lnTo>
                        <a:pt x="147" y="661"/>
                      </a:lnTo>
                      <a:lnTo>
                        <a:pt x="221" y="515"/>
                      </a:lnTo>
                      <a:lnTo>
                        <a:pt x="221" y="368"/>
                      </a:lnTo>
                      <a:lnTo>
                        <a:pt x="221" y="221"/>
                      </a:lnTo>
                      <a:lnTo>
                        <a:pt x="184" y="111"/>
                      </a:lnTo>
                      <a:lnTo>
                        <a:pt x="111" y="38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23394;p37">
                  <a:extLst>
                    <a:ext uri="{FF2B5EF4-FFF2-40B4-BE49-F238E27FC236}">
                      <a16:creationId xmlns:a16="http://schemas.microsoft.com/office/drawing/2014/main" id="{948596DE-6FE5-F4FE-7350-83B4B0B28737}"/>
                    </a:ext>
                  </a:extLst>
                </p:cNvPr>
                <p:cNvSpPr/>
                <p:nvPr/>
              </p:nvSpPr>
              <p:spPr>
                <a:xfrm>
                  <a:off x="7504622" y="1881459"/>
                  <a:ext cx="7356" cy="2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09" extrusionOk="0">
                      <a:moveTo>
                        <a:pt x="221" y="1"/>
                      </a:moveTo>
                      <a:lnTo>
                        <a:pt x="184" y="37"/>
                      </a:lnTo>
                      <a:lnTo>
                        <a:pt x="111" y="111"/>
                      </a:lnTo>
                      <a:lnTo>
                        <a:pt x="74" y="184"/>
                      </a:lnTo>
                      <a:lnTo>
                        <a:pt x="0" y="368"/>
                      </a:lnTo>
                      <a:lnTo>
                        <a:pt x="0" y="551"/>
                      </a:lnTo>
                      <a:lnTo>
                        <a:pt x="37" y="661"/>
                      </a:lnTo>
                      <a:lnTo>
                        <a:pt x="111" y="771"/>
                      </a:lnTo>
                      <a:lnTo>
                        <a:pt x="147" y="808"/>
                      </a:lnTo>
                      <a:lnTo>
                        <a:pt x="184" y="771"/>
                      </a:lnTo>
                      <a:lnTo>
                        <a:pt x="111" y="551"/>
                      </a:lnTo>
                      <a:lnTo>
                        <a:pt x="111" y="404"/>
                      </a:lnTo>
                      <a:lnTo>
                        <a:pt x="111" y="258"/>
                      </a:lnTo>
                      <a:lnTo>
                        <a:pt x="184" y="148"/>
                      </a:lnTo>
                      <a:lnTo>
                        <a:pt x="22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23395;p37">
                  <a:extLst>
                    <a:ext uri="{FF2B5EF4-FFF2-40B4-BE49-F238E27FC236}">
                      <a16:creationId xmlns:a16="http://schemas.microsoft.com/office/drawing/2014/main" id="{05E1FC6A-D133-30B8-47D3-3216B815F4CE}"/>
                    </a:ext>
                  </a:extLst>
                </p:cNvPr>
                <p:cNvSpPr/>
                <p:nvPr/>
              </p:nvSpPr>
              <p:spPr>
                <a:xfrm>
                  <a:off x="7485084" y="1887583"/>
                  <a:ext cx="7356" cy="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184" extrusionOk="0">
                      <a:moveTo>
                        <a:pt x="37" y="0"/>
                      </a:moveTo>
                      <a:lnTo>
                        <a:pt x="0" y="74"/>
                      </a:lnTo>
                      <a:lnTo>
                        <a:pt x="0" y="110"/>
                      </a:lnTo>
                      <a:lnTo>
                        <a:pt x="37" y="147"/>
                      </a:lnTo>
                      <a:lnTo>
                        <a:pt x="74" y="184"/>
                      </a:lnTo>
                      <a:lnTo>
                        <a:pt x="184" y="147"/>
                      </a:lnTo>
                      <a:lnTo>
                        <a:pt x="221" y="110"/>
                      </a:lnTo>
                      <a:lnTo>
                        <a:pt x="221" y="37"/>
                      </a:ln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23396;p37">
                  <a:extLst>
                    <a:ext uri="{FF2B5EF4-FFF2-40B4-BE49-F238E27FC236}">
                      <a16:creationId xmlns:a16="http://schemas.microsoft.com/office/drawing/2014/main" id="{04C69028-56A0-7808-EEC9-8C72F2DAB31F}"/>
                    </a:ext>
                  </a:extLst>
                </p:cNvPr>
                <p:cNvSpPr/>
                <p:nvPr/>
              </p:nvSpPr>
              <p:spPr>
                <a:xfrm>
                  <a:off x="7456991" y="1870475"/>
                  <a:ext cx="44003" cy="5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652" extrusionOk="0">
                      <a:moveTo>
                        <a:pt x="1248" y="1"/>
                      </a:moveTo>
                      <a:lnTo>
                        <a:pt x="1175" y="37"/>
                      </a:lnTo>
                      <a:lnTo>
                        <a:pt x="1101" y="147"/>
                      </a:lnTo>
                      <a:lnTo>
                        <a:pt x="478" y="955"/>
                      </a:lnTo>
                      <a:lnTo>
                        <a:pt x="441" y="1028"/>
                      </a:lnTo>
                      <a:lnTo>
                        <a:pt x="404" y="1028"/>
                      </a:lnTo>
                      <a:lnTo>
                        <a:pt x="404" y="1065"/>
                      </a:lnTo>
                      <a:lnTo>
                        <a:pt x="257" y="1248"/>
                      </a:lnTo>
                      <a:lnTo>
                        <a:pt x="37" y="1542"/>
                      </a:lnTo>
                      <a:lnTo>
                        <a:pt x="1" y="1578"/>
                      </a:lnTo>
                      <a:lnTo>
                        <a:pt x="37" y="1615"/>
                      </a:lnTo>
                      <a:lnTo>
                        <a:pt x="74" y="1652"/>
                      </a:lnTo>
                      <a:lnTo>
                        <a:pt x="111" y="1615"/>
                      </a:lnTo>
                      <a:lnTo>
                        <a:pt x="221" y="1542"/>
                      </a:lnTo>
                      <a:lnTo>
                        <a:pt x="478" y="1211"/>
                      </a:lnTo>
                      <a:lnTo>
                        <a:pt x="551" y="1138"/>
                      </a:lnTo>
                      <a:lnTo>
                        <a:pt x="588" y="1101"/>
                      </a:lnTo>
                      <a:lnTo>
                        <a:pt x="918" y="661"/>
                      </a:lnTo>
                      <a:lnTo>
                        <a:pt x="1028" y="514"/>
                      </a:lnTo>
                      <a:lnTo>
                        <a:pt x="1285" y="147"/>
                      </a:lnTo>
                      <a:lnTo>
                        <a:pt x="1321" y="74"/>
                      </a:lnTo>
                      <a:lnTo>
                        <a:pt x="1285" y="37"/>
                      </a:lnTo>
                      <a:lnTo>
                        <a:pt x="1248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46" name="Google Shape;23397;p37">
              <a:extLst>
                <a:ext uri="{FF2B5EF4-FFF2-40B4-BE49-F238E27FC236}">
                  <a16:creationId xmlns:a16="http://schemas.microsoft.com/office/drawing/2014/main" id="{AF2DAEB6-3132-E502-E7A7-04F03FE6B249}"/>
                </a:ext>
              </a:extLst>
            </p:cNvPr>
            <p:cNvGrpSpPr/>
            <p:nvPr/>
          </p:nvGrpSpPr>
          <p:grpSpPr>
            <a:xfrm>
              <a:off x="6381456" y="852718"/>
              <a:ext cx="245315" cy="353420"/>
              <a:chOff x="1171670" y="1390588"/>
              <a:chExt cx="325611" cy="469163"/>
            </a:xfrm>
          </p:grpSpPr>
          <p:sp>
            <p:nvSpPr>
              <p:cNvPr id="347" name="Google Shape;23398;p37">
                <a:extLst>
                  <a:ext uri="{FF2B5EF4-FFF2-40B4-BE49-F238E27FC236}">
                    <a16:creationId xmlns:a16="http://schemas.microsoft.com/office/drawing/2014/main" id="{3FA99F41-9234-9879-34E8-7113426C549B}"/>
                  </a:ext>
                </a:extLst>
              </p:cNvPr>
              <p:cNvSpPr/>
              <p:nvPr/>
            </p:nvSpPr>
            <p:spPr>
              <a:xfrm>
                <a:off x="1171670" y="1390588"/>
                <a:ext cx="325606" cy="469163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6716" extrusionOk="0">
                    <a:moveTo>
                      <a:pt x="4513" y="1"/>
                    </a:moveTo>
                    <a:lnTo>
                      <a:pt x="4440" y="37"/>
                    </a:lnTo>
                    <a:lnTo>
                      <a:pt x="3853" y="404"/>
                    </a:lnTo>
                    <a:lnTo>
                      <a:pt x="3596" y="661"/>
                    </a:lnTo>
                    <a:lnTo>
                      <a:pt x="3376" y="955"/>
                    </a:lnTo>
                    <a:lnTo>
                      <a:pt x="3229" y="1175"/>
                    </a:lnTo>
                    <a:lnTo>
                      <a:pt x="3082" y="1432"/>
                    </a:lnTo>
                    <a:lnTo>
                      <a:pt x="3046" y="1542"/>
                    </a:lnTo>
                    <a:lnTo>
                      <a:pt x="3009" y="1578"/>
                    </a:lnTo>
                    <a:lnTo>
                      <a:pt x="2936" y="1615"/>
                    </a:lnTo>
                    <a:lnTo>
                      <a:pt x="2715" y="1615"/>
                    </a:lnTo>
                    <a:lnTo>
                      <a:pt x="2459" y="1542"/>
                    </a:lnTo>
                    <a:lnTo>
                      <a:pt x="2422" y="1542"/>
                    </a:lnTo>
                    <a:lnTo>
                      <a:pt x="2312" y="1578"/>
                    </a:lnTo>
                    <a:lnTo>
                      <a:pt x="2275" y="1652"/>
                    </a:lnTo>
                    <a:lnTo>
                      <a:pt x="2238" y="1835"/>
                    </a:lnTo>
                    <a:lnTo>
                      <a:pt x="2202" y="2239"/>
                    </a:lnTo>
                    <a:lnTo>
                      <a:pt x="2165" y="2459"/>
                    </a:lnTo>
                    <a:lnTo>
                      <a:pt x="2128" y="2569"/>
                    </a:lnTo>
                    <a:lnTo>
                      <a:pt x="2018" y="2606"/>
                    </a:lnTo>
                    <a:lnTo>
                      <a:pt x="1945" y="2642"/>
                    </a:lnTo>
                    <a:lnTo>
                      <a:pt x="1578" y="2679"/>
                    </a:lnTo>
                    <a:lnTo>
                      <a:pt x="1505" y="2679"/>
                    </a:lnTo>
                    <a:lnTo>
                      <a:pt x="1431" y="2716"/>
                    </a:lnTo>
                    <a:lnTo>
                      <a:pt x="1358" y="2826"/>
                    </a:lnTo>
                    <a:lnTo>
                      <a:pt x="1284" y="2973"/>
                    </a:lnTo>
                    <a:lnTo>
                      <a:pt x="1248" y="3083"/>
                    </a:lnTo>
                    <a:lnTo>
                      <a:pt x="1248" y="3450"/>
                    </a:lnTo>
                    <a:lnTo>
                      <a:pt x="1248" y="3670"/>
                    </a:lnTo>
                    <a:lnTo>
                      <a:pt x="1211" y="3817"/>
                    </a:lnTo>
                    <a:lnTo>
                      <a:pt x="1101" y="3890"/>
                    </a:lnTo>
                    <a:lnTo>
                      <a:pt x="991" y="3927"/>
                    </a:lnTo>
                    <a:lnTo>
                      <a:pt x="771" y="4037"/>
                    </a:lnTo>
                    <a:lnTo>
                      <a:pt x="697" y="4073"/>
                    </a:lnTo>
                    <a:lnTo>
                      <a:pt x="624" y="4147"/>
                    </a:lnTo>
                    <a:lnTo>
                      <a:pt x="551" y="4220"/>
                    </a:lnTo>
                    <a:lnTo>
                      <a:pt x="477" y="4404"/>
                    </a:lnTo>
                    <a:lnTo>
                      <a:pt x="441" y="4624"/>
                    </a:lnTo>
                    <a:lnTo>
                      <a:pt x="404" y="4844"/>
                    </a:lnTo>
                    <a:lnTo>
                      <a:pt x="441" y="5321"/>
                    </a:lnTo>
                    <a:lnTo>
                      <a:pt x="441" y="5504"/>
                    </a:lnTo>
                    <a:lnTo>
                      <a:pt x="404" y="5688"/>
                    </a:lnTo>
                    <a:lnTo>
                      <a:pt x="367" y="5871"/>
                    </a:lnTo>
                    <a:lnTo>
                      <a:pt x="294" y="6055"/>
                    </a:lnTo>
                    <a:lnTo>
                      <a:pt x="147" y="6348"/>
                    </a:lnTo>
                    <a:lnTo>
                      <a:pt x="0" y="6642"/>
                    </a:lnTo>
                    <a:lnTo>
                      <a:pt x="0" y="6678"/>
                    </a:lnTo>
                    <a:lnTo>
                      <a:pt x="0" y="6715"/>
                    </a:lnTo>
                    <a:lnTo>
                      <a:pt x="147" y="6715"/>
                    </a:lnTo>
                    <a:lnTo>
                      <a:pt x="184" y="6678"/>
                    </a:lnTo>
                    <a:lnTo>
                      <a:pt x="441" y="6348"/>
                    </a:lnTo>
                    <a:lnTo>
                      <a:pt x="661" y="6128"/>
                    </a:lnTo>
                    <a:lnTo>
                      <a:pt x="807" y="6055"/>
                    </a:lnTo>
                    <a:lnTo>
                      <a:pt x="918" y="6018"/>
                    </a:lnTo>
                    <a:lnTo>
                      <a:pt x="1248" y="6018"/>
                    </a:lnTo>
                    <a:lnTo>
                      <a:pt x="1431" y="5945"/>
                    </a:lnTo>
                    <a:lnTo>
                      <a:pt x="1541" y="5798"/>
                    </a:lnTo>
                    <a:lnTo>
                      <a:pt x="1615" y="5651"/>
                    </a:lnTo>
                    <a:lnTo>
                      <a:pt x="1651" y="5468"/>
                    </a:lnTo>
                    <a:lnTo>
                      <a:pt x="1688" y="5358"/>
                    </a:lnTo>
                    <a:lnTo>
                      <a:pt x="1798" y="5321"/>
                    </a:lnTo>
                    <a:lnTo>
                      <a:pt x="2092" y="5321"/>
                    </a:lnTo>
                    <a:lnTo>
                      <a:pt x="2202" y="5284"/>
                    </a:lnTo>
                    <a:lnTo>
                      <a:pt x="2349" y="5211"/>
                    </a:lnTo>
                    <a:lnTo>
                      <a:pt x="2422" y="5101"/>
                    </a:lnTo>
                    <a:lnTo>
                      <a:pt x="2495" y="4881"/>
                    </a:lnTo>
                    <a:lnTo>
                      <a:pt x="2532" y="4697"/>
                    </a:lnTo>
                    <a:lnTo>
                      <a:pt x="2532" y="4440"/>
                    </a:lnTo>
                    <a:lnTo>
                      <a:pt x="2569" y="4257"/>
                    </a:lnTo>
                    <a:lnTo>
                      <a:pt x="2569" y="4220"/>
                    </a:lnTo>
                    <a:lnTo>
                      <a:pt x="3119" y="4220"/>
                    </a:lnTo>
                    <a:lnTo>
                      <a:pt x="3266" y="4183"/>
                    </a:lnTo>
                    <a:lnTo>
                      <a:pt x="3339" y="4110"/>
                    </a:lnTo>
                    <a:lnTo>
                      <a:pt x="3413" y="4000"/>
                    </a:lnTo>
                    <a:lnTo>
                      <a:pt x="3449" y="3927"/>
                    </a:lnTo>
                    <a:lnTo>
                      <a:pt x="3449" y="3853"/>
                    </a:lnTo>
                    <a:lnTo>
                      <a:pt x="3486" y="3486"/>
                    </a:lnTo>
                    <a:lnTo>
                      <a:pt x="3486" y="3229"/>
                    </a:lnTo>
                    <a:lnTo>
                      <a:pt x="3523" y="3119"/>
                    </a:lnTo>
                    <a:lnTo>
                      <a:pt x="3559" y="3046"/>
                    </a:lnTo>
                    <a:lnTo>
                      <a:pt x="3706" y="2936"/>
                    </a:lnTo>
                    <a:lnTo>
                      <a:pt x="3816" y="2863"/>
                    </a:lnTo>
                    <a:lnTo>
                      <a:pt x="4036" y="2789"/>
                    </a:lnTo>
                    <a:lnTo>
                      <a:pt x="4220" y="2716"/>
                    </a:lnTo>
                    <a:lnTo>
                      <a:pt x="4330" y="2606"/>
                    </a:lnTo>
                    <a:lnTo>
                      <a:pt x="4403" y="2459"/>
                    </a:lnTo>
                    <a:lnTo>
                      <a:pt x="4477" y="2239"/>
                    </a:lnTo>
                    <a:lnTo>
                      <a:pt x="4440" y="1945"/>
                    </a:lnTo>
                    <a:lnTo>
                      <a:pt x="4403" y="1688"/>
                    </a:lnTo>
                    <a:lnTo>
                      <a:pt x="4293" y="1322"/>
                    </a:lnTo>
                    <a:lnTo>
                      <a:pt x="4256" y="991"/>
                    </a:lnTo>
                    <a:lnTo>
                      <a:pt x="4293" y="845"/>
                    </a:lnTo>
                    <a:lnTo>
                      <a:pt x="4330" y="698"/>
                    </a:lnTo>
                    <a:lnTo>
                      <a:pt x="4477" y="404"/>
                    </a:lnTo>
                    <a:lnTo>
                      <a:pt x="4623" y="184"/>
                    </a:lnTo>
                    <a:lnTo>
                      <a:pt x="4660" y="147"/>
                    </a:lnTo>
                    <a:lnTo>
                      <a:pt x="4660" y="74"/>
                    </a:lnTo>
                    <a:lnTo>
                      <a:pt x="4623" y="37"/>
                    </a:lnTo>
                    <a:lnTo>
                      <a:pt x="4513" y="1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8" name="Google Shape;23399;p37">
                <a:extLst>
                  <a:ext uri="{FF2B5EF4-FFF2-40B4-BE49-F238E27FC236}">
                    <a16:creationId xmlns:a16="http://schemas.microsoft.com/office/drawing/2014/main" id="{5B93C44C-4297-0EF8-50B2-854B3F5A574B}"/>
                  </a:ext>
                </a:extLst>
              </p:cNvPr>
              <p:cNvGrpSpPr/>
              <p:nvPr/>
            </p:nvGrpSpPr>
            <p:grpSpPr>
              <a:xfrm>
                <a:off x="1171670" y="1390623"/>
                <a:ext cx="325611" cy="469100"/>
                <a:chOff x="1045372" y="1130676"/>
                <a:chExt cx="155141" cy="223509"/>
              </a:xfrm>
            </p:grpSpPr>
            <p:sp>
              <p:nvSpPr>
                <p:cNvPr id="349" name="Google Shape;23400;p37">
                  <a:extLst>
                    <a:ext uri="{FF2B5EF4-FFF2-40B4-BE49-F238E27FC236}">
                      <a16:creationId xmlns:a16="http://schemas.microsoft.com/office/drawing/2014/main" id="{C476F10B-4EBE-20CD-73E7-8BA4B0516CF9}"/>
                    </a:ext>
                  </a:extLst>
                </p:cNvPr>
                <p:cNvSpPr/>
                <p:nvPr/>
              </p:nvSpPr>
              <p:spPr>
                <a:xfrm>
                  <a:off x="1045372" y="1130676"/>
                  <a:ext cx="155141" cy="223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1" h="6715" extrusionOk="0">
                      <a:moveTo>
                        <a:pt x="4513" y="0"/>
                      </a:moveTo>
                      <a:lnTo>
                        <a:pt x="4440" y="37"/>
                      </a:lnTo>
                      <a:lnTo>
                        <a:pt x="3853" y="404"/>
                      </a:lnTo>
                      <a:lnTo>
                        <a:pt x="3596" y="661"/>
                      </a:lnTo>
                      <a:lnTo>
                        <a:pt x="3376" y="954"/>
                      </a:lnTo>
                      <a:lnTo>
                        <a:pt x="3229" y="1174"/>
                      </a:lnTo>
                      <a:lnTo>
                        <a:pt x="3082" y="1431"/>
                      </a:lnTo>
                      <a:lnTo>
                        <a:pt x="3046" y="1541"/>
                      </a:lnTo>
                      <a:lnTo>
                        <a:pt x="2972" y="1578"/>
                      </a:lnTo>
                      <a:lnTo>
                        <a:pt x="2899" y="1614"/>
                      </a:lnTo>
                      <a:lnTo>
                        <a:pt x="2715" y="1614"/>
                      </a:lnTo>
                      <a:lnTo>
                        <a:pt x="2459" y="1541"/>
                      </a:lnTo>
                      <a:lnTo>
                        <a:pt x="2385" y="1541"/>
                      </a:lnTo>
                      <a:lnTo>
                        <a:pt x="2349" y="1578"/>
                      </a:lnTo>
                      <a:lnTo>
                        <a:pt x="2312" y="1614"/>
                      </a:lnTo>
                      <a:lnTo>
                        <a:pt x="2275" y="1651"/>
                      </a:lnTo>
                      <a:lnTo>
                        <a:pt x="2238" y="1835"/>
                      </a:lnTo>
                      <a:lnTo>
                        <a:pt x="2202" y="2238"/>
                      </a:lnTo>
                      <a:lnTo>
                        <a:pt x="2165" y="2458"/>
                      </a:lnTo>
                      <a:lnTo>
                        <a:pt x="2128" y="2568"/>
                      </a:lnTo>
                      <a:lnTo>
                        <a:pt x="2018" y="2605"/>
                      </a:lnTo>
                      <a:lnTo>
                        <a:pt x="1945" y="2642"/>
                      </a:lnTo>
                      <a:lnTo>
                        <a:pt x="1578" y="2679"/>
                      </a:lnTo>
                      <a:lnTo>
                        <a:pt x="1505" y="2679"/>
                      </a:lnTo>
                      <a:lnTo>
                        <a:pt x="1431" y="2715"/>
                      </a:lnTo>
                      <a:lnTo>
                        <a:pt x="1358" y="2825"/>
                      </a:lnTo>
                      <a:lnTo>
                        <a:pt x="1284" y="2972"/>
                      </a:lnTo>
                      <a:lnTo>
                        <a:pt x="1248" y="3082"/>
                      </a:lnTo>
                      <a:lnTo>
                        <a:pt x="1248" y="3449"/>
                      </a:lnTo>
                      <a:lnTo>
                        <a:pt x="1248" y="3669"/>
                      </a:lnTo>
                      <a:lnTo>
                        <a:pt x="1211" y="3816"/>
                      </a:lnTo>
                      <a:lnTo>
                        <a:pt x="1101" y="3889"/>
                      </a:lnTo>
                      <a:lnTo>
                        <a:pt x="991" y="3926"/>
                      </a:lnTo>
                      <a:lnTo>
                        <a:pt x="771" y="4036"/>
                      </a:lnTo>
                      <a:lnTo>
                        <a:pt x="697" y="4073"/>
                      </a:lnTo>
                      <a:lnTo>
                        <a:pt x="624" y="4146"/>
                      </a:lnTo>
                      <a:lnTo>
                        <a:pt x="551" y="4220"/>
                      </a:lnTo>
                      <a:lnTo>
                        <a:pt x="477" y="4403"/>
                      </a:lnTo>
                      <a:lnTo>
                        <a:pt x="441" y="4623"/>
                      </a:lnTo>
                      <a:lnTo>
                        <a:pt x="404" y="4843"/>
                      </a:lnTo>
                      <a:lnTo>
                        <a:pt x="441" y="5320"/>
                      </a:lnTo>
                      <a:lnTo>
                        <a:pt x="441" y="5504"/>
                      </a:lnTo>
                      <a:lnTo>
                        <a:pt x="404" y="5687"/>
                      </a:lnTo>
                      <a:lnTo>
                        <a:pt x="367" y="5871"/>
                      </a:lnTo>
                      <a:lnTo>
                        <a:pt x="294" y="6054"/>
                      </a:lnTo>
                      <a:lnTo>
                        <a:pt x="147" y="6348"/>
                      </a:lnTo>
                      <a:lnTo>
                        <a:pt x="0" y="6641"/>
                      </a:lnTo>
                      <a:lnTo>
                        <a:pt x="0" y="6678"/>
                      </a:lnTo>
                      <a:lnTo>
                        <a:pt x="0" y="6715"/>
                      </a:lnTo>
                      <a:lnTo>
                        <a:pt x="147" y="6715"/>
                      </a:lnTo>
                      <a:lnTo>
                        <a:pt x="184" y="6678"/>
                      </a:lnTo>
                      <a:lnTo>
                        <a:pt x="441" y="6348"/>
                      </a:lnTo>
                      <a:lnTo>
                        <a:pt x="661" y="6127"/>
                      </a:lnTo>
                      <a:lnTo>
                        <a:pt x="807" y="6017"/>
                      </a:lnTo>
                      <a:lnTo>
                        <a:pt x="1248" y="6017"/>
                      </a:lnTo>
                      <a:lnTo>
                        <a:pt x="1431" y="5944"/>
                      </a:lnTo>
                      <a:lnTo>
                        <a:pt x="1541" y="5797"/>
                      </a:lnTo>
                      <a:lnTo>
                        <a:pt x="1615" y="5650"/>
                      </a:lnTo>
                      <a:lnTo>
                        <a:pt x="1651" y="5467"/>
                      </a:lnTo>
                      <a:lnTo>
                        <a:pt x="1688" y="5357"/>
                      </a:lnTo>
                      <a:lnTo>
                        <a:pt x="1798" y="5320"/>
                      </a:lnTo>
                      <a:lnTo>
                        <a:pt x="2055" y="5320"/>
                      </a:lnTo>
                      <a:lnTo>
                        <a:pt x="2202" y="5284"/>
                      </a:lnTo>
                      <a:lnTo>
                        <a:pt x="2349" y="5210"/>
                      </a:lnTo>
                      <a:lnTo>
                        <a:pt x="2422" y="5100"/>
                      </a:lnTo>
                      <a:lnTo>
                        <a:pt x="2495" y="4880"/>
                      </a:lnTo>
                      <a:lnTo>
                        <a:pt x="2532" y="4697"/>
                      </a:lnTo>
                      <a:lnTo>
                        <a:pt x="2532" y="4440"/>
                      </a:lnTo>
                      <a:lnTo>
                        <a:pt x="2569" y="4256"/>
                      </a:lnTo>
                      <a:lnTo>
                        <a:pt x="2569" y="4220"/>
                      </a:lnTo>
                      <a:lnTo>
                        <a:pt x="3119" y="4220"/>
                      </a:lnTo>
                      <a:lnTo>
                        <a:pt x="3266" y="4183"/>
                      </a:lnTo>
                      <a:lnTo>
                        <a:pt x="3339" y="4109"/>
                      </a:lnTo>
                      <a:lnTo>
                        <a:pt x="3413" y="3999"/>
                      </a:lnTo>
                      <a:lnTo>
                        <a:pt x="3449" y="3926"/>
                      </a:lnTo>
                      <a:lnTo>
                        <a:pt x="3449" y="3853"/>
                      </a:lnTo>
                      <a:lnTo>
                        <a:pt x="3486" y="3486"/>
                      </a:lnTo>
                      <a:lnTo>
                        <a:pt x="3486" y="3229"/>
                      </a:lnTo>
                      <a:lnTo>
                        <a:pt x="3523" y="3119"/>
                      </a:lnTo>
                      <a:lnTo>
                        <a:pt x="3559" y="3045"/>
                      </a:lnTo>
                      <a:lnTo>
                        <a:pt x="3706" y="2935"/>
                      </a:lnTo>
                      <a:lnTo>
                        <a:pt x="3816" y="2862"/>
                      </a:lnTo>
                      <a:lnTo>
                        <a:pt x="4036" y="2789"/>
                      </a:lnTo>
                      <a:lnTo>
                        <a:pt x="4220" y="2715"/>
                      </a:lnTo>
                      <a:lnTo>
                        <a:pt x="4330" y="2605"/>
                      </a:lnTo>
                      <a:lnTo>
                        <a:pt x="4403" y="2458"/>
                      </a:lnTo>
                      <a:lnTo>
                        <a:pt x="4477" y="2238"/>
                      </a:lnTo>
                      <a:lnTo>
                        <a:pt x="4440" y="1945"/>
                      </a:lnTo>
                      <a:lnTo>
                        <a:pt x="4403" y="1688"/>
                      </a:lnTo>
                      <a:lnTo>
                        <a:pt x="4293" y="1321"/>
                      </a:lnTo>
                      <a:lnTo>
                        <a:pt x="4256" y="991"/>
                      </a:lnTo>
                      <a:lnTo>
                        <a:pt x="4293" y="844"/>
                      </a:lnTo>
                      <a:lnTo>
                        <a:pt x="4330" y="697"/>
                      </a:lnTo>
                      <a:lnTo>
                        <a:pt x="4477" y="404"/>
                      </a:lnTo>
                      <a:lnTo>
                        <a:pt x="4623" y="184"/>
                      </a:lnTo>
                      <a:lnTo>
                        <a:pt x="4660" y="147"/>
                      </a:lnTo>
                      <a:lnTo>
                        <a:pt x="4660" y="73"/>
                      </a:lnTo>
                      <a:lnTo>
                        <a:pt x="4623" y="37"/>
                      </a:lnTo>
                      <a:lnTo>
                        <a:pt x="455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" name="Google Shape;23401;p37">
                  <a:extLst>
                    <a:ext uri="{FF2B5EF4-FFF2-40B4-BE49-F238E27FC236}">
                      <a16:creationId xmlns:a16="http://schemas.microsoft.com/office/drawing/2014/main" id="{51E02A75-DA7C-9021-DF53-F3621CF163A1}"/>
                    </a:ext>
                  </a:extLst>
                </p:cNvPr>
                <p:cNvSpPr/>
                <p:nvPr/>
              </p:nvSpPr>
              <p:spPr>
                <a:xfrm>
                  <a:off x="1067340" y="1172182"/>
                  <a:ext cx="111172" cy="150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0" h="4514" extrusionOk="0">
                      <a:moveTo>
                        <a:pt x="3303" y="1"/>
                      </a:moveTo>
                      <a:lnTo>
                        <a:pt x="3230" y="37"/>
                      </a:lnTo>
                      <a:lnTo>
                        <a:pt x="2973" y="294"/>
                      </a:lnTo>
                      <a:lnTo>
                        <a:pt x="2166" y="1211"/>
                      </a:lnTo>
                      <a:lnTo>
                        <a:pt x="1799" y="1615"/>
                      </a:lnTo>
                      <a:lnTo>
                        <a:pt x="1468" y="2055"/>
                      </a:lnTo>
                      <a:lnTo>
                        <a:pt x="1138" y="2496"/>
                      </a:lnTo>
                      <a:lnTo>
                        <a:pt x="661" y="3266"/>
                      </a:lnTo>
                      <a:lnTo>
                        <a:pt x="331" y="3853"/>
                      </a:lnTo>
                      <a:lnTo>
                        <a:pt x="37" y="4477"/>
                      </a:lnTo>
                      <a:lnTo>
                        <a:pt x="1" y="4514"/>
                      </a:lnTo>
                      <a:lnTo>
                        <a:pt x="37" y="4514"/>
                      </a:lnTo>
                      <a:lnTo>
                        <a:pt x="111" y="4440"/>
                      </a:lnTo>
                      <a:lnTo>
                        <a:pt x="184" y="4367"/>
                      </a:lnTo>
                      <a:lnTo>
                        <a:pt x="368" y="4073"/>
                      </a:lnTo>
                      <a:lnTo>
                        <a:pt x="1175" y="2862"/>
                      </a:lnTo>
                      <a:lnTo>
                        <a:pt x="1799" y="1982"/>
                      </a:lnTo>
                      <a:lnTo>
                        <a:pt x="2459" y="1065"/>
                      </a:lnTo>
                      <a:lnTo>
                        <a:pt x="3156" y="221"/>
                      </a:lnTo>
                      <a:lnTo>
                        <a:pt x="3303" y="74"/>
                      </a:lnTo>
                      <a:lnTo>
                        <a:pt x="3340" y="1"/>
                      </a:lnTo>
                      <a:close/>
                    </a:path>
                  </a:pathLst>
                </a:custGeom>
                <a:solidFill>
                  <a:srgbClr val="000000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1" name="Google Shape;23402;p37">
              <a:extLst>
                <a:ext uri="{FF2B5EF4-FFF2-40B4-BE49-F238E27FC236}">
                  <a16:creationId xmlns:a16="http://schemas.microsoft.com/office/drawing/2014/main" id="{677BC7AD-AA29-F4BD-E4B7-4DC3E0A52F76}"/>
                </a:ext>
              </a:extLst>
            </p:cNvPr>
            <p:cNvGrpSpPr/>
            <p:nvPr/>
          </p:nvGrpSpPr>
          <p:grpSpPr>
            <a:xfrm rot="7879370">
              <a:off x="7644265" y="2042107"/>
              <a:ext cx="230742" cy="294803"/>
              <a:chOff x="2997643" y="2470104"/>
              <a:chExt cx="230743" cy="294803"/>
            </a:xfrm>
          </p:grpSpPr>
          <p:sp>
            <p:nvSpPr>
              <p:cNvPr id="352" name="Google Shape;23403;p37">
                <a:extLst>
                  <a:ext uri="{FF2B5EF4-FFF2-40B4-BE49-F238E27FC236}">
                    <a16:creationId xmlns:a16="http://schemas.microsoft.com/office/drawing/2014/main" id="{CC4D9E26-4535-29E9-7652-2CE8D4592F9D}"/>
                  </a:ext>
                </a:extLst>
              </p:cNvPr>
              <p:cNvSpPr/>
              <p:nvPr/>
            </p:nvSpPr>
            <p:spPr>
              <a:xfrm>
                <a:off x="2997643" y="2470104"/>
                <a:ext cx="230739" cy="294799"/>
              </a:xfrm>
              <a:custGeom>
                <a:avLst/>
                <a:gdLst/>
                <a:ahLst/>
                <a:cxnLst/>
                <a:rect l="l" t="t" r="r" b="b"/>
                <a:pathLst>
                  <a:path w="3303" h="4220" extrusionOk="0">
                    <a:moveTo>
                      <a:pt x="2973" y="0"/>
                    </a:moveTo>
                    <a:lnTo>
                      <a:pt x="2789" y="73"/>
                    </a:lnTo>
                    <a:lnTo>
                      <a:pt x="2679" y="147"/>
                    </a:lnTo>
                    <a:lnTo>
                      <a:pt x="2606" y="220"/>
                    </a:lnTo>
                    <a:lnTo>
                      <a:pt x="2569" y="257"/>
                    </a:lnTo>
                    <a:lnTo>
                      <a:pt x="2532" y="257"/>
                    </a:lnTo>
                    <a:lnTo>
                      <a:pt x="2276" y="220"/>
                    </a:lnTo>
                    <a:lnTo>
                      <a:pt x="2166" y="257"/>
                    </a:lnTo>
                    <a:lnTo>
                      <a:pt x="2129" y="220"/>
                    </a:lnTo>
                    <a:lnTo>
                      <a:pt x="2055" y="257"/>
                    </a:lnTo>
                    <a:lnTo>
                      <a:pt x="1982" y="294"/>
                    </a:lnTo>
                    <a:lnTo>
                      <a:pt x="1799" y="330"/>
                    </a:lnTo>
                    <a:lnTo>
                      <a:pt x="1468" y="440"/>
                    </a:lnTo>
                    <a:lnTo>
                      <a:pt x="1175" y="624"/>
                    </a:lnTo>
                    <a:lnTo>
                      <a:pt x="808" y="954"/>
                    </a:lnTo>
                    <a:lnTo>
                      <a:pt x="514" y="1321"/>
                    </a:lnTo>
                    <a:lnTo>
                      <a:pt x="258" y="1725"/>
                    </a:lnTo>
                    <a:lnTo>
                      <a:pt x="74" y="2165"/>
                    </a:lnTo>
                    <a:lnTo>
                      <a:pt x="1" y="2495"/>
                    </a:lnTo>
                    <a:lnTo>
                      <a:pt x="1" y="2862"/>
                    </a:lnTo>
                    <a:lnTo>
                      <a:pt x="37" y="3192"/>
                    </a:lnTo>
                    <a:lnTo>
                      <a:pt x="74" y="3339"/>
                    </a:lnTo>
                    <a:lnTo>
                      <a:pt x="148" y="3486"/>
                    </a:lnTo>
                    <a:lnTo>
                      <a:pt x="184" y="3522"/>
                    </a:lnTo>
                    <a:lnTo>
                      <a:pt x="148" y="3596"/>
                    </a:lnTo>
                    <a:lnTo>
                      <a:pt x="74" y="3669"/>
                    </a:lnTo>
                    <a:lnTo>
                      <a:pt x="37" y="3779"/>
                    </a:lnTo>
                    <a:lnTo>
                      <a:pt x="1" y="3963"/>
                    </a:lnTo>
                    <a:lnTo>
                      <a:pt x="74" y="4109"/>
                    </a:lnTo>
                    <a:lnTo>
                      <a:pt x="74" y="4146"/>
                    </a:lnTo>
                    <a:lnTo>
                      <a:pt x="111" y="4183"/>
                    </a:lnTo>
                    <a:lnTo>
                      <a:pt x="294" y="4220"/>
                    </a:lnTo>
                    <a:lnTo>
                      <a:pt x="368" y="4220"/>
                    </a:lnTo>
                    <a:lnTo>
                      <a:pt x="478" y="4146"/>
                    </a:lnTo>
                    <a:lnTo>
                      <a:pt x="551" y="4073"/>
                    </a:lnTo>
                    <a:lnTo>
                      <a:pt x="588" y="4036"/>
                    </a:lnTo>
                    <a:lnTo>
                      <a:pt x="625" y="3999"/>
                    </a:lnTo>
                    <a:lnTo>
                      <a:pt x="698" y="3963"/>
                    </a:lnTo>
                    <a:lnTo>
                      <a:pt x="735" y="3889"/>
                    </a:lnTo>
                    <a:lnTo>
                      <a:pt x="918" y="3926"/>
                    </a:lnTo>
                    <a:lnTo>
                      <a:pt x="1102" y="3926"/>
                    </a:lnTo>
                    <a:lnTo>
                      <a:pt x="1285" y="3889"/>
                    </a:lnTo>
                    <a:lnTo>
                      <a:pt x="1468" y="3853"/>
                    </a:lnTo>
                    <a:lnTo>
                      <a:pt x="1652" y="3779"/>
                    </a:lnTo>
                    <a:lnTo>
                      <a:pt x="1835" y="3669"/>
                    </a:lnTo>
                    <a:lnTo>
                      <a:pt x="2166" y="3449"/>
                    </a:lnTo>
                    <a:lnTo>
                      <a:pt x="2496" y="3119"/>
                    </a:lnTo>
                    <a:lnTo>
                      <a:pt x="2789" y="2752"/>
                    </a:lnTo>
                    <a:lnTo>
                      <a:pt x="2936" y="2495"/>
                    </a:lnTo>
                    <a:lnTo>
                      <a:pt x="3083" y="2238"/>
                    </a:lnTo>
                    <a:lnTo>
                      <a:pt x="3193" y="1945"/>
                    </a:lnTo>
                    <a:lnTo>
                      <a:pt x="3230" y="1651"/>
                    </a:lnTo>
                    <a:lnTo>
                      <a:pt x="3266" y="1284"/>
                    </a:lnTo>
                    <a:lnTo>
                      <a:pt x="3193" y="917"/>
                    </a:lnTo>
                    <a:lnTo>
                      <a:pt x="3156" y="807"/>
                    </a:lnTo>
                    <a:lnTo>
                      <a:pt x="3156" y="734"/>
                    </a:lnTo>
                    <a:lnTo>
                      <a:pt x="3156" y="697"/>
                    </a:lnTo>
                    <a:lnTo>
                      <a:pt x="3230" y="550"/>
                    </a:lnTo>
                    <a:lnTo>
                      <a:pt x="3266" y="367"/>
                    </a:lnTo>
                    <a:lnTo>
                      <a:pt x="3303" y="257"/>
                    </a:lnTo>
                    <a:lnTo>
                      <a:pt x="3266" y="147"/>
                    </a:lnTo>
                    <a:lnTo>
                      <a:pt x="3230" y="110"/>
                    </a:lnTo>
                    <a:lnTo>
                      <a:pt x="3120" y="37"/>
                    </a:lnTo>
                    <a:lnTo>
                      <a:pt x="3009" y="0"/>
                    </a:lnTo>
                    <a:close/>
                  </a:path>
                </a:pathLst>
              </a:custGeom>
              <a:solidFill>
                <a:schemeClr val="dk2"/>
              </a:solidFill>
              <a:ln w="762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3" name="Google Shape;23404;p37">
                <a:extLst>
                  <a:ext uri="{FF2B5EF4-FFF2-40B4-BE49-F238E27FC236}">
                    <a16:creationId xmlns:a16="http://schemas.microsoft.com/office/drawing/2014/main" id="{261BA73E-B1C1-B593-2323-AD6EBD029994}"/>
                  </a:ext>
                </a:extLst>
              </p:cNvPr>
              <p:cNvGrpSpPr/>
              <p:nvPr/>
            </p:nvGrpSpPr>
            <p:grpSpPr>
              <a:xfrm>
                <a:off x="2997643" y="2470104"/>
                <a:ext cx="230743" cy="294803"/>
                <a:chOff x="5881581" y="461437"/>
                <a:chExt cx="109940" cy="140463"/>
              </a:xfrm>
            </p:grpSpPr>
            <p:sp>
              <p:nvSpPr>
                <p:cNvPr id="354" name="Google Shape;23405;p37">
                  <a:extLst>
                    <a:ext uri="{FF2B5EF4-FFF2-40B4-BE49-F238E27FC236}">
                      <a16:creationId xmlns:a16="http://schemas.microsoft.com/office/drawing/2014/main" id="{1CBBE28D-2D34-31A2-F975-EAF7E9081738}"/>
                    </a:ext>
                  </a:extLst>
                </p:cNvPr>
                <p:cNvSpPr/>
                <p:nvPr/>
              </p:nvSpPr>
              <p:spPr>
                <a:xfrm>
                  <a:off x="5881581" y="461437"/>
                  <a:ext cx="109940" cy="14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3" h="4220" extrusionOk="0">
                      <a:moveTo>
                        <a:pt x="2973" y="0"/>
                      </a:moveTo>
                      <a:lnTo>
                        <a:pt x="2789" y="74"/>
                      </a:lnTo>
                      <a:lnTo>
                        <a:pt x="2679" y="147"/>
                      </a:lnTo>
                      <a:lnTo>
                        <a:pt x="2606" y="221"/>
                      </a:lnTo>
                      <a:lnTo>
                        <a:pt x="2569" y="257"/>
                      </a:lnTo>
                      <a:lnTo>
                        <a:pt x="2532" y="257"/>
                      </a:lnTo>
                      <a:lnTo>
                        <a:pt x="2349" y="221"/>
                      </a:lnTo>
                      <a:lnTo>
                        <a:pt x="2166" y="257"/>
                      </a:lnTo>
                      <a:lnTo>
                        <a:pt x="2092" y="221"/>
                      </a:lnTo>
                      <a:lnTo>
                        <a:pt x="2055" y="257"/>
                      </a:lnTo>
                      <a:lnTo>
                        <a:pt x="1982" y="294"/>
                      </a:lnTo>
                      <a:lnTo>
                        <a:pt x="1799" y="331"/>
                      </a:lnTo>
                      <a:lnTo>
                        <a:pt x="1468" y="441"/>
                      </a:lnTo>
                      <a:lnTo>
                        <a:pt x="1175" y="624"/>
                      </a:lnTo>
                      <a:lnTo>
                        <a:pt x="808" y="954"/>
                      </a:lnTo>
                      <a:lnTo>
                        <a:pt x="514" y="1321"/>
                      </a:lnTo>
                      <a:lnTo>
                        <a:pt x="258" y="1725"/>
                      </a:lnTo>
                      <a:lnTo>
                        <a:pt x="74" y="2165"/>
                      </a:lnTo>
                      <a:lnTo>
                        <a:pt x="1" y="2495"/>
                      </a:lnTo>
                      <a:lnTo>
                        <a:pt x="1" y="2862"/>
                      </a:lnTo>
                      <a:lnTo>
                        <a:pt x="37" y="3193"/>
                      </a:lnTo>
                      <a:lnTo>
                        <a:pt x="74" y="3339"/>
                      </a:lnTo>
                      <a:lnTo>
                        <a:pt x="148" y="3486"/>
                      </a:lnTo>
                      <a:lnTo>
                        <a:pt x="184" y="3523"/>
                      </a:lnTo>
                      <a:lnTo>
                        <a:pt x="148" y="3596"/>
                      </a:lnTo>
                      <a:lnTo>
                        <a:pt x="74" y="3670"/>
                      </a:lnTo>
                      <a:lnTo>
                        <a:pt x="37" y="3780"/>
                      </a:lnTo>
                      <a:lnTo>
                        <a:pt x="1" y="3963"/>
                      </a:lnTo>
                      <a:lnTo>
                        <a:pt x="74" y="4110"/>
                      </a:lnTo>
                      <a:lnTo>
                        <a:pt x="74" y="4147"/>
                      </a:lnTo>
                      <a:lnTo>
                        <a:pt x="111" y="4183"/>
                      </a:lnTo>
                      <a:lnTo>
                        <a:pt x="258" y="4220"/>
                      </a:lnTo>
                      <a:lnTo>
                        <a:pt x="368" y="4220"/>
                      </a:lnTo>
                      <a:lnTo>
                        <a:pt x="478" y="4147"/>
                      </a:lnTo>
                      <a:lnTo>
                        <a:pt x="551" y="4073"/>
                      </a:lnTo>
                      <a:lnTo>
                        <a:pt x="588" y="4037"/>
                      </a:lnTo>
                      <a:lnTo>
                        <a:pt x="625" y="4000"/>
                      </a:lnTo>
                      <a:lnTo>
                        <a:pt x="698" y="3963"/>
                      </a:lnTo>
                      <a:lnTo>
                        <a:pt x="735" y="3890"/>
                      </a:lnTo>
                      <a:lnTo>
                        <a:pt x="918" y="3926"/>
                      </a:lnTo>
                      <a:lnTo>
                        <a:pt x="1102" y="3926"/>
                      </a:lnTo>
                      <a:lnTo>
                        <a:pt x="1285" y="3890"/>
                      </a:lnTo>
                      <a:lnTo>
                        <a:pt x="1468" y="3853"/>
                      </a:lnTo>
                      <a:lnTo>
                        <a:pt x="1652" y="3780"/>
                      </a:lnTo>
                      <a:lnTo>
                        <a:pt x="1835" y="3670"/>
                      </a:lnTo>
                      <a:lnTo>
                        <a:pt x="2166" y="3449"/>
                      </a:lnTo>
                      <a:lnTo>
                        <a:pt x="2496" y="3119"/>
                      </a:lnTo>
                      <a:lnTo>
                        <a:pt x="2789" y="2752"/>
                      </a:lnTo>
                      <a:lnTo>
                        <a:pt x="2936" y="2495"/>
                      </a:lnTo>
                      <a:lnTo>
                        <a:pt x="3083" y="2239"/>
                      </a:lnTo>
                      <a:lnTo>
                        <a:pt x="3193" y="1945"/>
                      </a:lnTo>
                      <a:lnTo>
                        <a:pt x="3230" y="1652"/>
                      </a:lnTo>
                      <a:lnTo>
                        <a:pt x="3266" y="1285"/>
                      </a:lnTo>
                      <a:lnTo>
                        <a:pt x="3193" y="918"/>
                      </a:lnTo>
                      <a:lnTo>
                        <a:pt x="3156" y="808"/>
                      </a:lnTo>
                      <a:lnTo>
                        <a:pt x="3156" y="734"/>
                      </a:lnTo>
                      <a:lnTo>
                        <a:pt x="3156" y="698"/>
                      </a:lnTo>
                      <a:lnTo>
                        <a:pt x="3230" y="551"/>
                      </a:lnTo>
                      <a:lnTo>
                        <a:pt x="3266" y="367"/>
                      </a:lnTo>
                      <a:lnTo>
                        <a:pt x="3303" y="257"/>
                      </a:lnTo>
                      <a:lnTo>
                        <a:pt x="3266" y="147"/>
                      </a:lnTo>
                      <a:lnTo>
                        <a:pt x="3230" y="111"/>
                      </a:lnTo>
                      <a:lnTo>
                        <a:pt x="3120" y="37"/>
                      </a:lnTo>
                      <a:lnTo>
                        <a:pt x="297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23406;p37">
                  <a:extLst>
                    <a:ext uri="{FF2B5EF4-FFF2-40B4-BE49-F238E27FC236}">
                      <a16:creationId xmlns:a16="http://schemas.microsoft.com/office/drawing/2014/main" id="{86E8D7C7-BA8E-0F91-2A49-213EDF5C612B}"/>
                    </a:ext>
                  </a:extLst>
                </p:cNvPr>
                <p:cNvSpPr/>
                <p:nvPr/>
              </p:nvSpPr>
              <p:spPr>
                <a:xfrm>
                  <a:off x="5895028" y="472421"/>
                  <a:ext cx="73294" cy="53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" h="1616" extrusionOk="0">
                      <a:moveTo>
                        <a:pt x="1762" y="1"/>
                      </a:moveTo>
                      <a:lnTo>
                        <a:pt x="1468" y="37"/>
                      </a:lnTo>
                      <a:lnTo>
                        <a:pt x="1175" y="147"/>
                      </a:lnTo>
                      <a:lnTo>
                        <a:pt x="991" y="258"/>
                      </a:lnTo>
                      <a:lnTo>
                        <a:pt x="771" y="404"/>
                      </a:lnTo>
                      <a:lnTo>
                        <a:pt x="587" y="588"/>
                      </a:lnTo>
                      <a:lnTo>
                        <a:pt x="441" y="771"/>
                      </a:lnTo>
                      <a:lnTo>
                        <a:pt x="221" y="1028"/>
                      </a:lnTo>
                      <a:lnTo>
                        <a:pt x="74" y="1322"/>
                      </a:lnTo>
                      <a:lnTo>
                        <a:pt x="0" y="1542"/>
                      </a:lnTo>
                      <a:lnTo>
                        <a:pt x="0" y="1578"/>
                      </a:lnTo>
                      <a:lnTo>
                        <a:pt x="74" y="1615"/>
                      </a:lnTo>
                      <a:lnTo>
                        <a:pt x="147" y="1542"/>
                      </a:lnTo>
                      <a:lnTo>
                        <a:pt x="367" y="1212"/>
                      </a:lnTo>
                      <a:lnTo>
                        <a:pt x="698" y="808"/>
                      </a:lnTo>
                      <a:lnTo>
                        <a:pt x="991" y="551"/>
                      </a:lnTo>
                      <a:lnTo>
                        <a:pt x="1285" y="331"/>
                      </a:lnTo>
                      <a:lnTo>
                        <a:pt x="1651" y="184"/>
                      </a:lnTo>
                      <a:lnTo>
                        <a:pt x="1872" y="111"/>
                      </a:lnTo>
                      <a:lnTo>
                        <a:pt x="2202" y="111"/>
                      </a:lnTo>
                      <a:lnTo>
                        <a:pt x="2165" y="37"/>
                      </a:lnTo>
                      <a:lnTo>
                        <a:pt x="2092" y="1"/>
                      </a:lnTo>
                      <a:close/>
                    </a:path>
                  </a:pathLst>
                </a:custGeom>
                <a:solidFill>
                  <a:srgbClr val="FFFFFF">
                    <a:alpha val="2590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23407;p37">
                  <a:extLst>
                    <a:ext uri="{FF2B5EF4-FFF2-40B4-BE49-F238E27FC236}">
                      <a16:creationId xmlns:a16="http://schemas.microsoft.com/office/drawing/2014/main" id="{B2CC4352-6055-E0B8-1563-B8333FBFA3D3}"/>
                    </a:ext>
                  </a:extLst>
                </p:cNvPr>
                <p:cNvSpPr/>
                <p:nvPr/>
              </p:nvSpPr>
              <p:spPr>
                <a:xfrm>
                  <a:off x="5893796" y="551806"/>
                  <a:ext cx="11017" cy="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58" extrusionOk="0">
                      <a:moveTo>
                        <a:pt x="258" y="1"/>
                      </a:moveTo>
                      <a:lnTo>
                        <a:pt x="221" y="37"/>
                      </a:lnTo>
                      <a:lnTo>
                        <a:pt x="37" y="184"/>
                      </a:lnTo>
                      <a:lnTo>
                        <a:pt x="1" y="221"/>
                      </a:lnTo>
                      <a:lnTo>
                        <a:pt x="37" y="257"/>
                      </a:lnTo>
                      <a:lnTo>
                        <a:pt x="147" y="221"/>
                      </a:lnTo>
                      <a:lnTo>
                        <a:pt x="294" y="74"/>
                      </a:lnTo>
                      <a:lnTo>
                        <a:pt x="331" y="37"/>
                      </a:lnTo>
                      <a:lnTo>
                        <a:pt x="29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23408;p37">
                  <a:extLst>
                    <a:ext uri="{FF2B5EF4-FFF2-40B4-BE49-F238E27FC236}">
                      <a16:creationId xmlns:a16="http://schemas.microsoft.com/office/drawing/2014/main" id="{2E45BEE0-988D-CEAE-E3C4-8B49859322C1}"/>
                    </a:ext>
                  </a:extLst>
                </p:cNvPr>
                <p:cNvSpPr/>
                <p:nvPr/>
              </p:nvSpPr>
              <p:spPr>
                <a:xfrm>
                  <a:off x="5895028" y="535929"/>
                  <a:ext cx="8588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85" extrusionOk="0">
                      <a:moveTo>
                        <a:pt x="184" y="1"/>
                      </a:moveTo>
                      <a:lnTo>
                        <a:pt x="0" y="111"/>
                      </a:lnTo>
                      <a:lnTo>
                        <a:pt x="0" y="147"/>
                      </a:lnTo>
                      <a:lnTo>
                        <a:pt x="0" y="184"/>
                      </a:lnTo>
                      <a:lnTo>
                        <a:pt x="74" y="184"/>
                      </a:lnTo>
                      <a:lnTo>
                        <a:pt x="257" y="3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" name="Google Shape;23409;p37">
                  <a:extLst>
                    <a:ext uri="{FF2B5EF4-FFF2-40B4-BE49-F238E27FC236}">
                      <a16:creationId xmlns:a16="http://schemas.microsoft.com/office/drawing/2014/main" id="{392C2B64-804A-37E5-49A5-272A9063FF4C}"/>
                    </a:ext>
                  </a:extLst>
                </p:cNvPr>
                <p:cNvSpPr/>
                <p:nvPr/>
              </p:nvSpPr>
              <p:spPr>
                <a:xfrm>
                  <a:off x="5897458" y="566451"/>
                  <a:ext cx="7356" cy="6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185" extrusionOk="0">
                      <a:moveTo>
                        <a:pt x="148" y="1"/>
                      </a:moveTo>
                      <a:lnTo>
                        <a:pt x="1" y="148"/>
                      </a:lnTo>
                      <a:lnTo>
                        <a:pt x="1" y="184"/>
                      </a:lnTo>
                      <a:lnTo>
                        <a:pt x="37" y="184"/>
                      </a:lnTo>
                      <a:lnTo>
                        <a:pt x="148" y="111"/>
                      </a:lnTo>
                      <a:lnTo>
                        <a:pt x="221" y="38"/>
                      </a:lnTo>
                      <a:lnTo>
                        <a:pt x="2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23410;p37">
                  <a:extLst>
                    <a:ext uri="{FF2B5EF4-FFF2-40B4-BE49-F238E27FC236}">
                      <a16:creationId xmlns:a16="http://schemas.microsoft.com/office/drawing/2014/main" id="{629A46F2-B83B-9F46-4715-9F54A1284805}"/>
                    </a:ext>
                  </a:extLst>
                </p:cNvPr>
                <p:cNvSpPr/>
                <p:nvPr/>
              </p:nvSpPr>
              <p:spPr>
                <a:xfrm>
                  <a:off x="5932873" y="510299"/>
                  <a:ext cx="6158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" h="147" extrusionOk="0">
                      <a:moveTo>
                        <a:pt x="148" y="0"/>
                      </a:moveTo>
                      <a:lnTo>
                        <a:pt x="1" y="110"/>
                      </a:lnTo>
                      <a:lnTo>
                        <a:pt x="1" y="147"/>
                      </a:lnTo>
                      <a:lnTo>
                        <a:pt x="74" y="147"/>
                      </a:lnTo>
                      <a:lnTo>
                        <a:pt x="148" y="110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" name="Google Shape;23411;p37">
                  <a:extLst>
                    <a:ext uri="{FF2B5EF4-FFF2-40B4-BE49-F238E27FC236}">
                      <a16:creationId xmlns:a16="http://schemas.microsoft.com/office/drawing/2014/main" id="{34DB80EE-C05E-C8CD-7363-ECAFAB4F8C9E}"/>
                    </a:ext>
                  </a:extLst>
                </p:cNvPr>
                <p:cNvSpPr/>
                <p:nvPr/>
              </p:nvSpPr>
              <p:spPr>
                <a:xfrm>
                  <a:off x="5946320" y="554269"/>
                  <a:ext cx="4926" cy="4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147" extrusionOk="0">
                      <a:moveTo>
                        <a:pt x="110" y="0"/>
                      </a:moveTo>
                      <a:lnTo>
                        <a:pt x="37" y="37"/>
                      </a:lnTo>
                      <a:lnTo>
                        <a:pt x="0" y="110"/>
                      </a:lnTo>
                      <a:lnTo>
                        <a:pt x="0" y="147"/>
                      </a:lnTo>
                      <a:lnTo>
                        <a:pt x="37" y="147"/>
                      </a:lnTo>
                      <a:lnTo>
                        <a:pt x="110" y="110"/>
                      </a:lnTo>
                      <a:lnTo>
                        <a:pt x="147" y="37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23412;p37">
                  <a:extLst>
                    <a:ext uri="{FF2B5EF4-FFF2-40B4-BE49-F238E27FC236}">
                      <a16:creationId xmlns:a16="http://schemas.microsoft.com/office/drawing/2014/main" id="{E3D484AE-8703-CC14-EE5C-E31B7AACF758}"/>
                    </a:ext>
                  </a:extLst>
                </p:cNvPr>
                <p:cNvSpPr/>
                <p:nvPr/>
              </p:nvSpPr>
              <p:spPr>
                <a:xfrm>
                  <a:off x="5973181" y="499282"/>
                  <a:ext cx="3695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11" extrusionOk="0">
                      <a:moveTo>
                        <a:pt x="37" y="1"/>
                      </a:moveTo>
                      <a:lnTo>
                        <a:pt x="1" y="111"/>
                      </a:lnTo>
                      <a:lnTo>
                        <a:pt x="37" y="111"/>
                      </a:lnTo>
                      <a:lnTo>
                        <a:pt x="74" y="74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" name="Google Shape;23413;p37">
                  <a:extLst>
                    <a:ext uri="{FF2B5EF4-FFF2-40B4-BE49-F238E27FC236}">
                      <a16:creationId xmlns:a16="http://schemas.microsoft.com/office/drawing/2014/main" id="{CE60AA3B-696A-4E3A-9CA3-1331AAB43DD5}"/>
                    </a:ext>
                  </a:extLst>
                </p:cNvPr>
                <p:cNvSpPr/>
                <p:nvPr/>
              </p:nvSpPr>
              <p:spPr>
                <a:xfrm>
                  <a:off x="5941427" y="485868"/>
                  <a:ext cx="4926" cy="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" h="111" extrusionOk="0">
                      <a:moveTo>
                        <a:pt x="111" y="0"/>
                      </a:moveTo>
                      <a:lnTo>
                        <a:pt x="1" y="74"/>
                      </a:lnTo>
                      <a:lnTo>
                        <a:pt x="1" y="110"/>
                      </a:lnTo>
                      <a:lnTo>
                        <a:pt x="37" y="110"/>
                      </a:lnTo>
                      <a:lnTo>
                        <a:pt x="147" y="37"/>
                      </a:lnTo>
                      <a:lnTo>
                        <a:pt x="1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2115502" y="2467894"/>
            <a:ext cx="796099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4500" b="1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Dilema</a:t>
            </a:r>
            <a:r>
              <a:rPr lang="en-US" sz="4500" b="1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4500" b="1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Consumidor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515644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etiquetado frontal ha ganado protagonismo. Pero, ¿orientan o confunden? Analizamos si la "nota" nutricional (NutriScore) se alinea con el nivel de procesamiento industrial (NOVA).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8" y="1920240"/>
            <a:ext cx="5286375" cy="3389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20240"/>
            <a:ext cx="5286375" cy="33899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3;p14">
            <a:extLst>
              <a:ext uri="{FF2B5EF4-FFF2-40B4-BE49-F238E27FC236}">
                <a16:creationId xmlns:a16="http://schemas.microsoft.com/office/drawing/2014/main" id="{5A8FA80B-63FE-B6B9-F386-2874CC83D9B1}"/>
              </a:ext>
            </a:extLst>
          </p:cNvPr>
          <p:cNvSpPr txBox="1"/>
          <p:nvPr/>
        </p:nvSpPr>
        <p:spPr>
          <a:xfrm>
            <a:off x="289066" y="684752"/>
            <a:ext cx="796099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4500" b="1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Dilema</a:t>
            </a:r>
            <a:r>
              <a:rPr lang="en-US" sz="4500" b="1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4500" b="1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Consumidor</a:t>
            </a:r>
            <a:endParaRPr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6BE979C-D9B4-82F3-E499-0EBA77BAA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29" y="1920240"/>
            <a:ext cx="5080636" cy="334252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8FEE255-C3CC-524A-4B98-FC260026FE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288" y="2031580"/>
            <a:ext cx="4983483" cy="3278607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A5D47FE0-1167-FEB2-6DCA-0264D23962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1440" y="4251959"/>
            <a:ext cx="1270001" cy="857251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96A33D1F-DE49-5CFE-E988-47B26E91BA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24584" y="4251959"/>
            <a:ext cx="1270001" cy="857251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C27E4DED-D09C-493B-47C5-2AA39657CE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81672" y="4184521"/>
            <a:ext cx="1270001" cy="857251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242B45CB-1B8B-581F-DB97-EDC041EAB9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44634" y="4184521"/>
            <a:ext cx="1270001" cy="8572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B1247AD1-CE85-621A-17FA-3CAA2C0D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>
            <a:extLst>
              <a:ext uri="{FF2B5EF4-FFF2-40B4-BE49-F238E27FC236}">
                <a16:creationId xmlns:a16="http://schemas.microsoft.com/office/drawing/2014/main" id="{28CDB360-F4A0-620D-F4F2-58F19353BC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8" y="1920240"/>
            <a:ext cx="5286375" cy="3389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>
            <a:extLst>
              <a:ext uri="{FF2B5EF4-FFF2-40B4-BE49-F238E27FC236}">
                <a16:creationId xmlns:a16="http://schemas.microsoft.com/office/drawing/2014/main" id="{E0CFF7C7-AB21-A66B-4B36-CB84CDB957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20240"/>
            <a:ext cx="5286375" cy="338994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75735A1B-CF55-1721-D637-9115BE6F610B}"/>
              </a:ext>
            </a:extLst>
          </p:cNvPr>
          <p:cNvSpPr txBox="1"/>
          <p:nvPr/>
        </p:nvSpPr>
        <p:spPr>
          <a:xfrm>
            <a:off x="849391" y="2259901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r>
              <a:rPr lang="en-US" sz="2400" b="0" i="0" u="none" strike="noStrike" cap="none" dirty="0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 (El </a:t>
            </a:r>
            <a:r>
              <a:rPr lang="en-US" sz="2400" b="0" i="0" u="none" strike="noStrike" cap="none" dirty="0" err="1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Semáforo</a:t>
            </a:r>
            <a:r>
              <a:rPr lang="en-US" sz="2400" b="0" i="0" u="none" strike="noStrike" cap="none" dirty="0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F374A9E5-34A9-D2BE-368A-C81E25B5B16C}"/>
              </a:ext>
            </a:extLst>
          </p:cNvPr>
          <p:cNvSpPr txBox="1"/>
          <p:nvPr/>
        </p:nvSpPr>
        <p:spPr>
          <a:xfrm>
            <a:off x="962025" y="2888551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Clasifica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A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verde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a E (rojo) [cite: 1290]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según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nutrientes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azúcares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fibra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 Mide la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calidad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nutricional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final.</a:t>
            </a:r>
            <a:endParaRPr dirty="0"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F5A56081-1285-0F3E-6FF8-46E3E79D970B}"/>
              </a:ext>
            </a:extLst>
          </p:cNvPr>
          <p:cNvSpPr txBox="1"/>
          <p:nvPr/>
        </p:nvSpPr>
        <p:spPr>
          <a:xfrm>
            <a:off x="6612016" y="2104453"/>
            <a:ext cx="473059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Clasificación</a:t>
            </a:r>
            <a:r>
              <a:rPr lang="en-US" sz="2400" b="0" i="0" u="none" strike="noStrike" cap="none" dirty="0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 NOVA (El </a:t>
            </a:r>
            <a:r>
              <a:rPr lang="en-US" sz="2400" b="0" i="0" u="none" strike="noStrike" cap="none" dirty="0" err="1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Procesamiento</a:t>
            </a:r>
            <a:r>
              <a:rPr lang="en-US" sz="2400" b="0" i="0" u="none" strike="noStrike" cap="none" dirty="0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9E4B4144-0E14-29DE-9A32-2BFB3BD99551}"/>
              </a:ext>
            </a:extLst>
          </p:cNvPr>
          <p:cNvSpPr txBox="1"/>
          <p:nvPr/>
        </p:nvSpPr>
        <p:spPr>
          <a:xfrm>
            <a:off x="6724650" y="3190303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Agrupa de 1 (no procesado) a 4 (ultraprocesado) [cite: 1292] según el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grado de procesamiento industrial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Mide el origen y la transformación del alimento.</a:t>
            </a:r>
            <a:endParaRPr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49803FCB-E0D1-ACA5-497F-7F6A63E36988}"/>
              </a:ext>
            </a:extLst>
          </p:cNvPr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Los "Jugadores": NutriScore vs. NOVA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BB6CC8-E5DD-004E-D0C8-239032225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4236" y="3961828"/>
            <a:ext cx="1800725" cy="12026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A5470B-3970-1670-0EA0-9DC653F50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628" y="4238623"/>
            <a:ext cx="1760964" cy="77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6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571500" y="305276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3,534</a:t>
            </a:r>
            <a:endParaRPr dirty="0"/>
          </a:p>
        </p:txBody>
      </p:sp>
      <p:sp>
        <p:nvSpPr>
          <p:cNvPr id="111" name="Google Shape;111;p16"/>
          <p:cNvSpPr txBox="1"/>
          <p:nvPr/>
        </p:nvSpPr>
        <p:spPr>
          <a:xfrm>
            <a:off x="544068" y="4627816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Analizados</a:t>
            </a:r>
            <a:endParaRPr dirty="0"/>
          </a:p>
        </p:txBody>
      </p:sp>
      <p:sp>
        <p:nvSpPr>
          <p:cNvPr id="112" name="Google Shape;112;p16"/>
          <p:cNvSpPr txBox="1"/>
          <p:nvPr/>
        </p:nvSpPr>
        <p:spPr>
          <a:xfrm>
            <a:off x="6334125" y="31194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El Origen de los Datos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6334125" y="3748087"/>
            <a:ext cx="5286375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Usamos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base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colaborativa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Open Food Facts. Se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aplicó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riguroso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limpieza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depuración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garantizar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fiabilidad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análisis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Metodología y Datos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7700" y="2395537"/>
            <a:ext cx="38226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2321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84600" y="2395537"/>
            <a:ext cx="32321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571500" y="4729162"/>
            <a:ext cx="3232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Distribución NutriScore:</a:t>
            </a: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Predominan 'A' (33.6%) [cite: 1368] y 'E' (20.7%) [cite: 1368].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184600" y="4729162"/>
            <a:ext cx="3232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Distribución NOVA:</a:t>
            </a:r>
            <a:r>
              <a:rPr lang="en-US" sz="135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Predomina '4' (Ultraprocesados, 37.4%) [cite: 1111].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8092975" y="3333750"/>
            <a:ext cx="3232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Conclusión:</a:t>
            </a:r>
            <a:r>
              <a:rPr lang="en-US" sz="1500" b="0" i="0" u="none" strike="noStrike" cap="non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 La muestra está polarizada: muchos productos "A" pero también un gran volumen de ultraprocesados.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¿Qué encontramos en la base de datos?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4199BE-A66E-9E60-2C54-780CB38EF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25" y="2496759"/>
            <a:ext cx="2654223" cy="19906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23CC83B-7888-7D20-53B9-A793C4B4C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301" y="2455049"/>
            <a:ext cx="2765451" cy="2074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63624"/>
            <a:ext cx="5286375" cy="4873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286702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peor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cercano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E)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implica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mayor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contenido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azúcar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endParaRPr dirty="0"/>
          </a:p>
        </p:txBody>
      </p:sp>
      <p:sp>
        <p:nvSpPr>
          <p:cNvPr id="135" name="Google Shape;135;p18"/>
          <p:cNvSpPr txBox="1"/>
          <p:nvPr/>
        </p:nvSpPr>
        <p:spPr>
          <a:xfrm>
            <a:off x="571500" y="35528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571500" y="418147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gráficos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(boxplots)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muestran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tendencia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las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azúcar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aumentan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conforme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nota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empeora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</a:t>
            </a:r>
            <a:endParaRPr dirty="0"/>
          </a:p>
        </p:txBody>
      </p:sp>
      <p:sp>
        <p:nvSpPr>
          <p:cNvPr id="137" name="Google Shape;137;p18"/>
          <p:cNvSpPr txBox="1"/>
          <p:nvPr/>
        </p:nvSpPr>
        <p:spPr>
          <a:xfrm>
            <a:off x="571500" y="5124450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dispersa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tendencia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mantiene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Posiblemente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debido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saludables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H1: ¿Peor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= Más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Azúcar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Grasa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y Sal?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CAC305-141B-022A-C3D2-D2E52858E9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91" t="7170" r="63529" b="-3139"/>
          <a:stretch>
            <a:fillRect/>
          </a:stretch>
        </p:blipFill>
        <p:spPr>
          <a:xfrm>
            <a:off x="6997635" y="1623818"/>
            <a:ext cx="3959353" cy="4929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0621F570-9129-D5FD-C320-E4D6D4DD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>
            <a:extLst>
              <a:ext uri="{FF2B5EF4-FFF2-40B4-BE49-F238E27FC236}">
                <a16:creationId xmlns:a16="http://schemas.microsoft.com/office/drawing/2014/main" id="{7CD54392-B1F9-AB84-F0A3-1A14062CE8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63624"/>
            <a:ext cx="5286375" cy="4873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>
            <a:extLst>
              <a:ext uri="{FF2B5EF4-FFF2-40B4-BE49-F238E27FC236}">
                <a16:creationId xmlns:a16="http://schemas.microsoft.com/office/drawing/2014/main" id="{CCDC37F5-5B74-D5CD-8172-79AD6C867D21}"/>
              </a:ext>
            </a:extLst>
          </p:cNvPr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34" name="Google Shape;134;p18">
            <a:extLst>
              <a:ext uri="{FF2B5EF4-FFF2-40B4-BE49-F238E27FC236}">
                <a16:creationId xmlns:a16="http://schemas.microsoft.com/office/drawing/2014/main" id="{0A111311-5CD4-5F94-D5EB-4C72E74356DE}"/>
              </a:ext>
            </a:extLst>
          </p:cNvPr>
          <p:cNvSpPr txBox="1"/>
          <p:nvPr/>
        </p:nvSpPr>
        <p:spPr>
          <a:xfrm>
            <a:off x="571500" y="286702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peor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cercano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E)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implica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mayor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contenido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azúcar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endParaRPr dirty="0"/>
          </a:p>
        </p:txBody>
      </p:sp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B0BD13BC-371D-07B7-C95C-C19F1D6AFA34}"/>
              </a:ext>
            </a:extLst>
          </p:cNvPr>
          <p:cNvSpPr txBox="1"/>
          <p:nvPr/>
        </p:nvSpPr>
        <p:spPr>
          <a:xfrm>
            <a:off x="571500" y="35528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ED151175-7A46-CD0C-5539-F0A89DB72D44}"/>
              </a:ext>
            </a:extLst>
          </p:cNvPr>
          <p:cNvSpPr txBox="1"/>
          <p:nvPr/>
        </p:nvSpPr>
        <p:spPr>
          <a:xfrm>
            <a:off x="571500" y="418147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gráficos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(boxplots)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muestran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tendencia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las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azúcar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aumentan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conforme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nota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empeora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</a:t>
            </a:r>
            <a:endParaRPr dirty="0"/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CF5E2F22-1C3D-7C37-840F-738BFAC55349}"/>
              </a:ext>
            </a:extLst>
          </p:cNvPr>
          <p:cNvSpPr txBox="1"/>
          <p:nvPr/>
        </p:nvSpPr>
        <p:spPr>
          <a:xfrm>
            <a:off x="571500" y="5124450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dispersa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tendencia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mantiene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Posiblemente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debido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saludables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04172C1E-B3A1-B69D-8F93-140BC8701803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H1: ¿Peor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= Más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Azúcar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Grasa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y Sal?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FA7447-120A-E9AB-3BB7-CDEAD99EEE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791" t="7075" r="36229" b="-3044"/>
          <a:stretch>
            <a:fillRect/>
          </a:stretch>
        </p:blipFill>
        <p:spPr>
          <a:xfrm>
            <a:off x="6958583" y="1661088"/>
            <a:ext cx="3914649" cy="48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19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A863179A-B537-BD86-D6D1-1F558182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>
            <a:extLst>
              <a:ext uri="{FF2B5EF4-FFF2-40B4-BE49-F238E27FC236}">
                <a16:creationId xmlns:a16="http://schemas.microsoft.com/office/drawing/2014/main" id="{086E70C4-99F6-2673-1A49-8E47E52C52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63624"/>
            <a:ext cx="5286375" cy="4873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>
            <a:extLst>
              <a:ext uri="{FF2B5EF4-FFF2-40B4-BE49-F238E27FC236}">
                <a16:creationId xmlns:a16="http://schemas.microsoft.com/office/drawing/2014/main" id="{965D18B5-6766-89B5-ADF3-4F9E55DF3F89}"/>
              </a:ext>
            </a:extLst>
          </p:cNvPr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34" name="Google Shape;134;p18">
            <a:extLst>
              <a:ext uri="{FF2B5EF4-FFF2-40B4-BE49-F238E27FC236}">
                <a16:creationId xmlns:a16="http://schemas.microsoft.com/office/drawing/2014/main" id="{F61C85FC-784D-9E4F-ADC8-3B939BB0902C}"/>
              </a:ext>
            </a:extLst>
          </p:cNvPr>
          <p:cNvSpPr txBox="1"/>
          <p:nvPr/>
        </p:nvSpPr>
        <p:spPr>
          <a:xfrm>
            <a:off x="571500" y="286702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peor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cercano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E)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implica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mayor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contenido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azúcar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endParaRPr dirty="0"/>
          </a:p>
        </p:txBody>
      </p:sp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24746D1D-863A-1B63-9956-C389574E5CBB}"/>
              </a:ext>
            </a:extLst>
          </p:cNvPr>
          <p:cNvSpPr txBox="1"/>
          <p:nvPr/>
        </p:nvSpPr>
        <p:spPr>
          <a:xfrm>
            <a:off x="571500" y="35528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199C1189-EA7C-F835-CBC6-5E8580A666D7}"/>
              </a:ext>
            </a:extLst>
          </p:cNvPr>
          <p:cNvSpPr txBox="1"/>
          <p:nvPr/>
        </p:nvSpPr>
        <p:spPr>
          <a:xfrm>
            <a:off x="571500" y="418147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gráficos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(boxplots)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muestran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tendencia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las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azúcar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aumentan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conforme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nota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empeora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</a:t>
            </a:r>
            <a:endParaRPr dirty="0"/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13A11C86-F47A-5ED9-7508-D24E31D35495}"/>
              </a:ext>
            </a:extLst>
          </p:cNvPr>
          <p:cNvSpPr txBox="1"/>
          <p:nvPr/>
        </p:nvSpPr>
        <p:spPr>
          <a:xfrm>
            <a:off x="571500" y="5124450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dispersa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tendencia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mantiene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Posiblemente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debido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productos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grasas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saludables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B88464D5-8FE2-EE75-EDC1-A10C4C25F361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H1: ¿Peor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= Más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Azúcar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Grasa</a:t>
            </a: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 y Sal?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08639E-56CD-0E62-5C42-8A30DB73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468" t="5204" r="8552" b="-1174"/>
          <a:stretch>
            <a:fillRect/>
          </a:stretch>
        </p:blipFill>
        <p:spPr>
          <a:xfrm>
            <a:off x="7005718" y="1671421"/>
            <a:ext cx="3885108" cy="478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5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2193" y="1766888"/>
            <a:ext cx="5838159" cy="4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571500" y="20621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571500" y="269081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mayor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nivel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procesamiento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peor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NOVA),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peor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[cite: 1301].</a:t>
            </a:r>
            <a:endParaRPr dirty="0"/>
          </a:p>
        </p:txBody>
      </p:sp>
      <p:sp>
        <p:nvSpPr>
          <p:cNvPr id="147" name="Google Shape;147;p19"/>
          <p:cNvSpPr txBox="1"/>
          <p:nvPr/>
        </p:nvSpPr>
        <p:spPr>
          <a:xfrm>
            <a:off x="571500" y="33766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571500" y="4005262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NutriScore promedio empeora progresivamente.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714375" y="44338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09625" y="4433887"/>
            <a:ext cx="5048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NOVA 1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(No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procesado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tiene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promedio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"A" (1.55) </a:t>
            </a:r>
            <a:endParaRPr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714375" y="50911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09625" y="5091112"/>
            <a:ext cx="5048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NOVA 4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Ultraprocesado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tiene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promedio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"D" (3.51).</a:t>
            </a:r>
            <a:endParaRPr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5191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H2: ¿Peor NOVA = Peor NutriScore?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56740A-6C0D-D6A3-5E9B-A355FD797A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7204"/>
          <a:stretch>
            <a:fillRect/>
          </a:stretch>
        </p:blipFill>
        <p:spPr>
          <a:xfrm>
            <a:off x="6334127" y="1938466"/>
            <a:ext cx="5361050" cy="40860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5311" y="1432085"/>
            <a:ext cx="5715001" cy="4316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571500" y="203358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71500" y="266223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productos bajos en calorías no siempre obtienen un buen NutriScore [cite: 1306].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571500" y="33480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71500" y="397668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Analizamos productos con menos de 100 kcal.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71500" y="4405312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Aunque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mayoría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son A (37.2%) [cite: 1228] o B (30.9%),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sorprendente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31.8%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tiene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C, D o E.</a:t>
            </a:r>
            <a:endParaRPr dirty="0"/>
          </a:p>
        </p:txBody>
      </p:sp>
      <p:sp>
        <p:nvSpPr>
          <p:cNvPr id="165" name="Google Shape;165;p20"/>
          <p:cNvSpPr txBox="1"/>
          <p:nvPr/>
        </p:nvSpPr>
        <p:spPr>
          <a:xfrm>
            <a:off x="571500" y="509111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Conclusión: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Ser "bajo en calorías" no es garantía de buena calidad nutricional.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H3: ¿Bajo en Calorías = "Saludable"?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16DCD7-CDB4-40AA-169A-A89D5C53B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943" y="1585424"/>
            <a:ext cx="5550693" cy="40200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2925D7E7-6FA0-3B43-79C1-E8B6CE7C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>
            <a:extLst>
              <a:ext uri="{FF2B5EF4-FFF2-40B4-BE49-F238E27FC236}">
                <a16:creationId xmlns:a16="http://schemas.microsoft.com/office/drawing/2014/main" id="{C4E37827-EDDA-03D9-B01E-85D55243807D}"/>
              </a:ext>
            </a:extLst>
          </p:cNvPr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H4: El Punto Ciego de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endParaRPr dirty="0"/>
          </a:p>
        </p:txBody>
      </p:sp>
      <p:sp>
        <p:nvSpPr>
          <p:cNvPr id="174" name="Google Shape;174;p21">
            <a:extLst>
              <a:ext uri="{FF2B5EF4-FFF2-40B4-BE49-F238E27FC236}">
                <a16:creationId xmlns:a16="http://schemas.microsoft.com/office/drawing/2014/main" id="{C2C81DF3-A8A6-7D85-7278-4F1A66912C19}"/>
              </a:ext>
            </a:extLst>
          </p:cNvPr>
          <p:cNvSpPr txBox="1"/>
          <p:nvPr/>
        </p:nvSpPr>
        <p:spPr>
          <a:xfrm>
            <a:off x="571500" y="2095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75" name="Google Shape;175;p21">
            <a:extLst>
              <a:ext uri="{FF2B5EF4-FFF2-40B4-BE49-F238E27FC236}">
                <a16:creationId xmlns:a16="http://schemas.microsoft.com/office/drawing/2014/main" id="{71215AAD-6875-D158-9C58-1613C4C3B9AF}"/>
              </a:ext>
            </a:extLst>
          </p:cNvPr>
          <p:cNvSpPr txBox="1"/>
          <p:nvPr/>
        </p:nvSpPr>
        <p:spPr>
          <a:xfrm>
            <a:off x="571500" y="286702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Dentro de los Ultraprocesados (NOVA 4), NutriScore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diferencia bien la calidad [cite: 1307].</a:t>
            </a:r>
            <a:endParaRPr/>
          </a:p>
        </p:txBody>
      </p:sp>
      <p:sp>
        <p:nvSpPr>
          <p:cNvPr id="176" name="Google Shape;176;p21">
            <a:extLst>
              <a:ext uri="{FF2B5EF4-FFF2-40B4-BE49-F238E27FC236}">
                <a16:creationId xmlns:a16="http://schemas.microsoft.com/office/drawing/2014/main" id="{65B0950B-0BA1-C6AC-20CF-0A88DA5D19A9}"/>
              </a:ext>
            </a:extLst>
          </p:cNvPr>
          <p:cNvSpPr txBox="1"/>
          <p:nvPr/>
        </p:nvSpPr>
        <p:spPr>
          <a:xfrm>
            <a:off x="571500" y="356800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9281B6D2-DDBF-1B46-D3A7-90558BCDE84F}"/>
              </a:ext>
            </a:extLst>
          </p:cNvPr>
          <p:cNvSpPr txBox="1"/>
          <p:nvPr/>
        </p:nvSpPr>
        <p:spPr>
          <a:xfrm>
            <a:off x="571500" y="4339530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Este es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hallazgo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clave.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grupo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NOVA 4, un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"A"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tener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misma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cantidad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 "D" .</a:t>
            </a:r>
            <a:endParaRPr dirty="0"/>
          </a:p>
        </p:txBody>
      </p:sp>
      <p:sp>
        <p:nvSpPr>
          <p:cNvPr id="178" name="Google Shape;178;p21">
            <a:extLst>
              <a:ext uri="{FF2B5EF4-FFF2-40B4-BE49-F238E27FC236}">
                <a16:creationId xmlns:a16="http://schemas.microsoft.com/office/drawing/2014/main" id="{4D95CD2F-2596-F08B-7A46-E7E558946D9A}"/>
              </a:ext>
            </a:extLst>
          </p:cNvPr>
          <p:cNvSpPr txBox="1"/>
          <p:nvPr/>
        </p:nvSpPr>
        <p:spPr>
          <a:xfrm>
            <a:off x="571500" y="5211960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penaliza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 factor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dominante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otros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nutrientes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varíen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sin control.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2391DD-2A48-6DAD-5F40-1C3E1F8206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" t="5414" r="66140" b="940"/>
          <a:stretch>
            <a:fillRect/>
          </a:stretch>
        </p:blipFill>
        <p:spPr>
          <a:xfrm>
            <a:off x="6261284" y="730577"/>
            <a:ext cx="5286376" cy="514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94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H4: El Punto Ciego de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endParaRPr dirty="0"/>
          </a:p>
        </p:txBody>
      </p:sp>
      <p:sp>
        <p:nvSpPr>
          <p:cNvPr id="174" name="Google Shape;174;p21"/>
          <p:cNvSpPr txBox="1"/>
          <p:nvPr/>
        </p:nvSpPr>
        <p:spPr>
          <a:xfrm>
            <a:off x="571500" y="2095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286702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Dentro de los Ultraprocesados (NOVA 4), NutriScore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diferencia bien la calidad [cite: 1307].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356800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71500" y="4339530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Este es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hallazgo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clave.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grupo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NOVA 4, un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"A"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tener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misma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cantidad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 "D" .</a:t>
            </a:r>
            <a:endParaRPr dirty="0"/>
          </a:p>
        </p:txBody>
      </p:sp>
      <p:sp>
        <p:nvSpPr>
          <p:cNvPr id="178" name="Google Shape;178;p21"/>
          <p:cNvSpPr txBox="1"/>
          <p:nvPr/>
        </p:nvSpPr>
        <p:spPr>
          <a:xfrm>
            <a:off x="571500" y="5211960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penaliza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 factor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dominante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otros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nutrientes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varíen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sin control.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AB7F41-E58F-9903-F456-B6E82A78D8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04" t="4972"/>
          <a:stretch>
            <a:fillRect/>
          </a:stretch>
        </p:blipFill>
        <p:spPr>
          <a:xfrm>
            <a:off x="6424058" y="956921"/>
            <a:ext cx="5196442" cy="52221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9E16DE97-1E97-1C7E-DBDA-8B6FBC8A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>
            <a:extLst>
              <a:ext uri="{FF2B5EF4-FFF2-40B4-BE49-F238E27FC236}">
                <a16:creationId xmlns:a16="http://schemas.microsoft.com/office/drawing/2014/main" id="{2D483A0F-2DA4-363D-9112-2FE80EBB5E90}"/>
              </a:ext>
            </a:extLst>
          </p:cNvPr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H4: El Punto Ciego de </a:t>
            </a:r>
            <a:r>
              <a:rPr lang="en-US" sz="3000" b="0" i="0" u="none" strike="noStrike" cap="none" dirty="0" err="1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endParaRPr dirty="0"/>
          </a:p>
        </p:txBody>
      </p:sp>
      <p:sp>
        <p:nvSpPr>
          <p:cNvPr id="174" name="Google Shape;174;p21">
            <a:extLst>
              <a:ext uri="{FF2B5EF4-FFF2-40B4-BE49-F238E27FC236}">
                <a16:creationId xmlns:a16="http://schemas.microsoft.com/office/drawing/2014/main" id="{7A6D96B0-B6BA-881C-0BC1-55FF05E3F5D5}"/>
              </a:ext>
            </a:extLst>
          </p:cNvPr>
          <p:cNvSpPr txBox="1"/>
          <p:nvPr/>
        </p:nvSpPr>
        <p:spPr>
          <a:xfrm>
            <a:off x="571500" y="2095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endParaRPr/>
          </a:p>
        </p:txBody>
      </p:sp>
      <p:sp>
        <p:nvSpPr>
          <p:cNvPr id="175" name="Google Shape;175;p21">
            <a:extLst>
              <a:ext uri="{FF2B5EF4-FFF2-40B4-BE49-F238E27FC236}">
                <a16:creationId xmlns:a16="http://schemas.microsoft.com/office/drawing/2014/main" id="{BA58FD8F-DE21-1BF0-1391-B23E5FDAF5AB}"/>
              </a:ext>
            </a:extLst>
          </p:cNvPr>
          <p:cNvSpPr txBox="1"/>
          <p:nvPr/>
        </p:nvSpPr>
        <p:spPr>
          <a:xfrm>
            <a:off x="571500" y="286702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Dentro de los Ultraprocesados (NOVA 4), NutriScore </a:t>
            </a:r>
            <a:r>
              <a:rPr lang="en-US" sz="1350" b="1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r>
              <a:rPr lang="en-US" sz="1350" b="0" i="0" u="none" strike="noStrike" cap="non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diferencia bien la calidad [cite: 1307].</a:t>
            </a:r>
            <a:endParaRPr/>
          </a:p>
        </p:txBody>
      </p:sp>
      <p:sp>
        <p:nvSpPr>
          <p:cNvPr id="176" name="Google Shape;176;p21">
            <a:extLst>
              <a:ext uri="{FF2B5EF4-FFF2-40B4-BE49-F238E27FC236}">
                <a16:creationId xmlns:a16="http://schemas.microsoft.com/office/drawing/2014/main" id="{7B30F829-6952-2B7C-8DC1-E9ADD7F07B82}"/>
              </a:ext>
            </a:extLst>
          </p:cNvPr>
          <p:cNvSpPr txBox="1"/>
          <p:nvPr/>
        </p:nvSpPr>
        <p:spPr>
          <a:xfrm>
            <a:off x="571500" y="356800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Resultado: VERIFICADA</a:t>
            </a:r>
            <a:endParaRPr/>
          </a:p>
        </p:txBody>
      </p:sp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CB50DC3D-04EA-A7D6-AC82-4F1B88202A5B}"/>
              </a:ext>
            </a:extLst>
          </p:cNvPr>
          <p:cNvSpPr txBox="1"/>
          <p:nvPr/>
        </p:nvSpPr>
        <p:spPr>
          <a:xfrm>
            <a:off x="571500" y="4339530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Este es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hallazgo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clave.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grupo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NOVA 4, un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"A"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tener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misma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cantidad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sal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 "D" .</a:t>
            </a:r>
            <a:endParaRPr dirty="0"/>
          </a:p>
        </p:txBody>
      </p:sp>
      <p:sp>
        <p:nvSpPr>
          <p:cNvPr id="178" name="Google Shape;178;p21">
            <a:extLst>
              <a:ext uri="{FF2B5EF4-FFF2-40B4-BE49-F238E27FC236}">
                <a16:creationId xmlns:a16="http://schemas.microsoft.com/office/drawing/2014/main" id="{38ADB6DF-66BB-6020-B7AF-D82106247E00}"/>
              </a:ext>
            </a:extLst>
          </p:cNvPr>
          <p:cNvSpPr txBox="1"/>
          <p:nvPr/>
        </p:nvSpPr>
        <p:spPr>
          <a:xfrm>
            <a:off x="571500" y="5211960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penaliza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un factor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dominante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otros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nutrientes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varíen</a:t>
            </a:r>
            <a:r>
              <a:rPr lang="en-US" sz="1350" b="0" i="0" u="none" strike="noStrike" cap="none" dirty="0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sin control.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545755-890C-5EDC-F2D2-81B406E7B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55" t="5414" r="33063" b="940"/>
          <a:stretch>
            <a:fillRect/>
          </a:stretch>
        </p:blipFill>
        <p:spPr>
          <a:xfrm>
            <a:off x="6426331" y="842515"/>
            <a:ext cx="5194169" cy="514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60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356" y="1224153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2356" y="1224153"/>
            <a:ext cx="34290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2356" y="1224153"/>
            <a:ext cx="3429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1341739" y="2252853"/>
            <a:ext cx="1870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La Hipótesis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857631" y="3024378"/>
            <a:ext cx="28384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alimentos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consumidos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España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tienen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alto NOVA.</a:t>
            </a:r>
            <a:endParaRPr dirty="0"/>
          </a:p>
        </p:txBody>
      </p:sp>
      <p:sp>
        <p:nvSpPr>
          <p:cNvPr id="188" name="Google Shape;188;p22"/>
          <p:cNvSpPr txBox="1"/>
          <p:nvPr/>
        </p:nvSpPr>
        <p:spPr>
          <a:xfrm>
            <a:off x="4766691" y="2252853"/>
            <a:ext cx="26403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Realidad (NOVA)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4667631" y="3024378"/>
            <a:ext cx="28384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6A085"/>
                </a:solidFill>
                <a:latin typeface="Lato"/>
                <a:ea typeface="Lato"/>
                <a:cs typeface="Lato"/>
                <a:sym typeface="Lato"/>
              </a:rPr>
              <a:t>VERIFICADA.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grupo más grande es NOVA 4 (Ultraprocesados) con 37.5% [cite: 1278].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8406669" y="2097405"/>
            <a:ext cx="298037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Realidad</a:t>
            </a:r>
            <a:r>
              <a:rPr lang="en-US" sz="2400" b="0" i="0" u="none" strike="noStrike" cap="none" dirty="0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00" b="0" i="0" u="none" strike="noStrike" cap="none" dirty="0" err="1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NutriScore</a:t>
            </a:r>
            <a:r>
              <a:rPr lang="en-US" sz="2400" b="0" i="0" u="none" strike="noStrike" cap="none" dirty="0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191" name="Google Shape;191;p22"/>
          <p:cNvSpPr txBox="1"/>
          <p:nvPr/>
        </p:nvSpPr>
        <p:spPr>
          <a:xfrm>
            <a:off x="8477631" y="2978658"/>
            <a:ext cx="28384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74C3C"/>
                </a:solidFill>
                <a:latin typeface="Lato"/>
                <a:ea typeface="Lato"/>
                <a:cs typeface="Lato"/>
                <a:sym typeface="Lato"/>
              </a:rPr>
              <a:t>RECHAZADA.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cesta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está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equilibrada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Los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grupos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(20.8%) y B (25.0%) suman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 y E</a:t>
            </a:r>
            <a:endParaRPr dirty="0"/>
          </a:p>
        </p:txBody>
      </p:sp>
      <p:pic>
        <p:nvPicPr>
          <p:cNvPr id="192" name="Google Shape;19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9681" y="1567053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681" y="1567053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25406" y="1567053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H5: ¿Qué hay en la Cesta de la Compra?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C470BE-8217-2601-86C8-6394E1A494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7665" y="4273574"/>
            <a:ext cx="6344031" cy="25376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9003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2238375" y="2852737"/>
            <a:ext cx="814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NutriScore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correlaciona bien con azúcares y sal (H1) y con el procesamiento en general (H2).</a:t>
            </a:r>
            <a:endParaRPr/>
          </a:p>
        </p:txBody>
      </p:sp>
      <p:pic>
        <p:nvPicPr>
          <p:cNvPr id="202" name="Google Shape;20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3670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2238375" y="3319462"/>
            <a:ext cx="814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 embargo, tiene "puntos ciegos": ser bajo en calorías no significa ser "A" o "B" (H3).</a:t>
            </a:r>
            <a:endParaRPr/>
          </a:p>
        </p:txBody>
      </p:sp>
      <p:pic>
        <p:nvPicPr>
          <p:cNvPr id="204" name="Google Shape;20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83381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/>
        </p:nvSpPr>
        <p:spPr>
          <a:xfrm>
            <a:off x="2238375" y="3786187"/>
            <a:ext cx="8143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Hallazgo Principal (H4):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NutriScore pierde su capacidad de discriminación dentro de la categoría de ultraprocesados.</a:t>
            </a:r>
            <a:endParaRPr/>
          </a:p>
        </p:txBody>
      </p:sp>
      <p:pic>
        <p:nvPicPr>
          <p:cNvPr id="206" name="Google Shape;20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5386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2238375" y="4491037"/>
            <a:ext cx="814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 visión completa requiere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ambas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métricas: NutriScore para la composición y NOVA para el procesamiento.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Conclusiones Clave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Gracias.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Preguntas y Respuestas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/>
          <p:nvPr/>
        </p:nvSpPr>
        <p:spPr>
          <a:xfrm>
            <a:off x="976312" y="2357437"/>
            <a:ext cx="102393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2071687" y="1978818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nutrifacil.es</a:t>
            </a:r>
          </a:p>
        </p:txBody>
      </p:sp>
      <p:sp>
        <p:nvSpPr>
          <p:cNvPr id="242" name="Google Shape;242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164409-D5A6-719B-8866-F329C0C880EC}"/>
              </a:ext>
            </a:extLst>
          </p:cNvPr>
          <p:cNvSpPr txBox="1"/>
          <p:nvPr/>
        </p:nvSpPr>
        <p:spPr>
          <a:xfrm>
            <a:off x="1977390" y="1647228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https://nutrifacil.es/problemas-nutricionales-del-etiquetado-nutriscore/</a:t>
            </a:r>
          </a:p>
        </p:txBody>
      </p:sp>
      <p:sp>
        <p:nvSpPr>
          <p:cNvPr id="4" name="Google Shape;226;p25">
            <a:extLst>
              <a:ext uri="{FF2B5EF4-FFF2-40B4-BE49-F238E27FC236}">
                <a16:creationId xmlns:a16="http://schemas.microsoft.com/office/drawing/2014/main" id="{D31A2BD2-4DC6-B1B7-D720-917DACEF8505}"/>
              </a:ext>
            </a:extLst>
          </p:cNvPr>
          <p:cNvSpPr txBox="1"/>
          <p:nvPr/>
        </p:nvSpPr>
        <p:spPr>
          <a:xfrm>
            <a:off x="2071687" y="2814636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nutrifacil.es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5319DB-FC98-03F0-0EA4-A0DCA0345A8F}"/>
              </a:ext>
            </a:extLst>
          </p:cNvPr>
          <p:cNvSpPr txBox="1"/>
          <p:nvPr/>
        </p:nvSpPr>
        <p:spPr>
          <a:xfrm>
            <a:off x="1977390" y="2510211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https://nutrifacil.es/problemas-nutricionales-del-etiquetado-nutriscore/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8D443F0-8072-779D-8380-E75FCE25A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56" y="2366962"/>
            <a:ext cx="1138682" cy="74913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F643E95-4D43-E16E-7C1F-6C9ABE4C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56" y="1531178"/>
            <a:ext cx="1138683" cy="749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1094</Words>
  <Application>Microsoft Office PowerPoint</Application>
  <PresentationFormat>Panorámica</PresentationFormat>
  <Paragraphs>95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Calibri</vt:lpstr>
      <vt:lpstr>Lato</vt:lpstr>
      <vt:lpstr>Arial</vt:lpstr>
      <vt:lpstr>Poppins</vt:lpstr>
      <vt:lpstr>Readex Pro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Martinez</dc:creator>
  <cp:lastModifiedBy>Sergio Martinez Rico</cp:lastModifiedBy>
  <cp:revision>3</cp:revision>
  <dcterms:modified xsi:type="dcterms:W3CDTF">2025-11-12T14:44:47Z</dcterms:modified>
</cp:coreProperties>
</file>